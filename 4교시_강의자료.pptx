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283" r:id="rId11"/>
    <p:sldId id="284" r:id="rId12"/>
    <p:sldId id="285" r:id="rId13"/>
    <p:sldId id="297" r:id="rId14"/>
    <p:sldId id="299" r:id="rId15"/>
    <p:sldId id="300" r:id="rId16"/>
    <p:sldId id="302" r:id="rId17"/>
    <p:sldId id="301" r:id="rId18"/>
    <p:sldId id="29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D684B-DA10-4684-B218-28EB2A52AA7C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2AD28-0CD4-4A28-B2A3-EF338D8995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7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쉬는 시간 중 데이터 파일 복사 완료 여부 확인. 시작과 동시에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장의 데이터 공식값과 화면을 대조하며 전원 동기화.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화면의 보고 내용과 이 공식값이 맞으면 출발 준비 완료.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실행이 도는 수십 초에서 수 분이 오늘의 교보재. 기다리는 동안 다음 장으로 이동.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몇 명의 수치를 소리 내어 수집. 편차가 정상임을 체감시키는 장치.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실행이 눈에 띄게 빨리 끝남. 학생들의 반응이 나오는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생성된 코드를 10초만 스크롤해 보여주고 읽지 않아도 됨을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항목의 세 조건이 심장이라고 지목.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쪽이 맞는 값이냐는 질문은 부록 A2의 Q3으로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Parquet 개념 슬라이드를 상기시키며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여유를 보고 Polars 시연 여부 결정.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생략 시 다음 장 표 한 장으로 대체.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3F14-3545-B9A6-DD86-33836862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6F2B7-A297-0CCA-442C-0017FE6DE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E1C49-FE72-8134-BCF7-C5F64672B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여유를 보고 Polars 시연 여부 결정.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513F8-851A-CDBF-A1EB-48B0B8D49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208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25B8C-CDBC-E92B-1DF7-3D5A57D9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90998-4095-7F76-B52C-AD68D1A72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DB883-7523-3EED-0F57-EEACFA0C4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여유를 보고 Polars 시연 여부 결정.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C27C-399E-BB8E-6D70-85F8CAC391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41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6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19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2121408"/>
            <a:ext cx="731520" cy="0"/>
          </a:xfrm>
          <a:prstGeom prst="line">
            <a:avLst/>
          </a:prstGeom>
          <a:noFill/>
          <a:ln w="28575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1460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3교시. 대용량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pandas의 한계와 최신 해법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406908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 · Polars · Parquet,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 무엇을 요청할 것인가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다룰 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205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통째로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로드하면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 점유는 디스크 크기의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2~10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실행 중단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지연 발생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방식을 지정하지 않으면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전체 적재라는 최단 경로를 선택할 가능성 있음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파일에선 메모리 초과 가능성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Calibri" panose="020F0502020204030204"/>
              </a:rPr>
              <a:t>프롬프트 맨 아래줄처럼 </a:t>
            </a:r>
            <a:r>
              <a:rPr lang="en-US" altLang="ko-KR" sz="1400" dirty="0">
                <a:solidFill>
                  <a:schemeClr val="bg1"/>
                </a:solidFill>
                <a:latin typeface="Calibri" panose="020F0502020204030204"/>
              </a:rPr>
              <a:t>‘</a:t>
            </a:r>
            <a:r>
              <a:rPr lang="ko-KR" altLang="en-US" sz="1400" dirty="0">
                <a:solidFill>
                  <a:schemeClr val="bg1"/>
                </a:solidFill>
                <a:latin typeface="Calibri" panose="020F0502020204030204"/>
              </a:rPr>
              <a:t>필요한 부분만 읽으라</a:t>
            </a:r>
            <a:r>
              <a:rPr lang="en-US" altLang="ko-KR" sz="1400" dirty="0">
                <a:solidFill>
                  <a:schemeClr val="bg1"/>
                </a:solidFill>
                <a:latin typeface="Calibri" panose="020F0502020204030204"/>
              </a:rPr>
              <a:t>’</a:t>
            </a:r>
            <a:r>
              <a:rPr lang="ko-KR" altLang="en-US" sz="1400" dirty="0">
                <a:solidFill>
                  <a:schemeClr val="bg1"/>
                </a:solidFill>
                <a:latin typeface="Calibri" panose="020F0502020204030204"/>
              </a:rPr>
              <a:t>고  안정장치를 마련해 주는 것이 좋음</a:t>
            </a:r>
            <a:endParaRPr lang="en-US" altLang="ko-KR" sz="1400" dirty="0">
              <a:solidFill>
                <a:schemeClr val="bg1"/>
              </a:solidFill>
              <a:latin typeface="Calibri" panose="020F0502020204030204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지금 프롬프트 요청에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맨 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행 샘플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요청했는데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별다른 처리 없이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맨 뒤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행 샘플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추출하려면 전체 데이터를 메모리에 다 올리고 확인해야 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lang="ko-KR" altLang="en-US" sz="1400" dirty="0">
                <a:solidFill>
                  <a:schemeClr val="bg1"/>
                </a:solidFill>
                <a:latin typeface="Calibri" panose="020F0502020204030204"/>
              </a:rPr>
              <a:t> 안전장치를 걸어주면 </a:t>
            </a:r>
            <a:r>
              <a:rPr lang="en-US" altLang="ko-KR" sz="1400" dirty="0" err="1">
                <a:solidFill>
                  <a:schemeClr val="bg1"/>
                </a:solidFill>
                <a:latin typeface="Calibri" panose="020F0502020204030204"/>
              </a:rPr>
              <a:t>claude</a:t>
            </a:r>
            <a:r>
              <a:rPr lang="ko-KR" altLang="en-US" sz="1400" dirty="0">
                <a:solidFill>
                  <a:schemeClr val="bg1"/>
                </a:solidFill>
                <a:latin typeface="Calibri" panose="020F0502020204030204"/>
              </a:rPr>
              <a:t>가 다른 방법으로 우회해서 해결</a:t>
            </a:r>
            <a:r>
              <a:rPr lang="en-US" altLang="ko-KR" sz="1400" dirty="0">
                <a:solidFill>
                  <a:schemeClr val="bg1"/>
                </a:solidFill>
                <a:latin typeface="Calibri" panose="020F0502020204030204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032594"/>
            <a:ext cx="10545775" cy="18745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032594"/>
            <a:ext cx="45720" cy="1874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4252050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4599522"/>
            <a:ext cx="99239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폴더의 sensor_data_large.csv가 어떤 파일인지 파악해줘.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크기(MB), 대략적인 행 수, 컬럼 이름과 자료형, 맨 앞과 맨 뒤 5행씩 샘플을 보여줘.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대용량이야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부분만 읽고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4GB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넘을 것 같으면 실행 전에 예상치를 알려주고 내 확인을 받아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결함을 넣은 300만 행 센서 로그 사용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2026-03-01부터 90일 동안, 센서 50개(S001~S050)가 약 130초 간격으로 기록한 형태의 합성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엑셀에서 열면 너무 크다고 파일 손상된다고 나옴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3,000,000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행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16554" y="2194560"/>
            <a:ext cx="2464994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6554" y="219456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117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MB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822960" y="3291840"/>
          <a:ext cx="10545775" cy="2468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심어 둔 결함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처리할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 형식 혼재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2026-03-01T09:02:10 (70%) / 2026/03/01 09:02 (20%) / 01 Mar 2026 9:02 (10%)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1. 형식 통일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표기 혼재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/ ok / Ok / ERROR / error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2. 표기 통일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 이상치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오류 코드 -999, 9999가 약 0.5%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3. 불가능한 값 제거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 결측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3%가 빈 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4. 센서별 중앙값 대체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humidity 결측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1%. 오늘은 다루지 않고 이후 교시에서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1. 먼저 pandas로 구현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작업을 두 번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실험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첫 번째는 pandas,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뒤에 실습에서는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AI가 알아서 고르게 두지 않고 사람이 지정.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748118"/>
            <a:ext cx="10545775" cy="414976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48118"/>
            <a:ext cx="45720" cy="414976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4008" y="1965960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4008" y="2313432"/>
            <a:ext cx="992398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data/sensor_data_large.csv를 전처리하고 집계하는 파이썬 스크립트를 작성해줘.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pandas 라이브러리만 사용해서 구현해. duckdb, polars 등 다른 데이터 처리 라이브러리는 쓰지 마.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작업: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timestamp 컬럼에 여러 날짜 형식이 섞여 있으니 하나의 datetime으로 통일해줘.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status 컬럼의 대소문자 표기를 통일해줘.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temperature가 물리적으로 불가능한 값(-50 미만 또는 100 초과, 예: -999, 9999)인 행은 제거해줘.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temperature의 결측치는 같은 sensor_id의 중앙값으로 채워줘.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sensor_id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날짜별로 집계해줘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컬럼명과 정의는 아래를 그대로 따라줘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temp_mean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temp_min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temp_max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번의 결측 대체를 적용한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reading_count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실제로 있던 행 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imputed_count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번에서 중앙값으로 채운 행 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집계 결과를 sensor_id, 날짜 순으로 정렬해서 results/agg_pandas.csv로 저장해줘.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파일명은 scripts/prep_pandas.py로 해줘. 원본 CSV는 수정하지 말고 읽기만 해.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안에서 전체 실행 시간(초)과 최대 메모리 사용량(MB, psutil로 잰 프로세스 최대 RSS 기준)을 측정해 마지막에 출력하도록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ts val="155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마지막에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OO초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OOMB"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작성이 끝나면 바로 실행하고, 결과를 3줄로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요약해줘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이용했을 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737974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69350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scripts/prep_pandas.py 와 results/agg_pandas.csv 생성 확인.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"실행 시간: OO초 / 최대 메모리: OOMB" 형태로 출력됨.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0545775" cy="9601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3425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참고치 (강사 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약 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.3초 / 약 538MB. PC 사양에 따라 크게 달라짐.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E18C0CFB-5938-76E3-434B-D7A527F8AC2D}"/>
              </a:ext>
            </a:extLst>
          </p:cNvPr>
          <p:cNvSpPr/>
          <p:nvPr/>
        </p:nvSpPr>
        <p:spPr>
          <a:xfrm>
            <a:off x="822960" y="1581912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코딩 작업하는데 총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소요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2.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작업을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테스트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내용은 그대로 두고 도구만 DuckDB로 변경해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재요청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최대한 유사한 로직으로 진행하되 라이브러리만 </a:t>
            </a:r>
            <a:r>
              <a:rPr lang="en-US" altLang="ko-KR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3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변경하기 위한 목적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59359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19" cy="359359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prep_pandas.py가 수행한 것과 완전히 동일한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전처리·집계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반드시 DuckDB만 사용해서 구현해줘. pandas로 데이터를 처리하는 부분이 있어서는 안 돼.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입력: data/sensor_data_large.csv (동일)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처리 규칙 6가지도 완전히 동일 (timestamp 통일, status 표기 통일, 불가능한 temperature(-50 미만, 100 초과) 행 제거,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sensor_id별 중앙값으로 결측 대체, sensor_id·날짜별 평균/최소/최대/건수 집계, 동일 기준 정렬)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출력: results/agg_duckdb.csv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스크립트: scripts/prep_duckdb.py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atinLnBrk="0"/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동일한 방식(psutil 최대 RSS)으로 실행 시간(초)과 최대 메모리(MB)를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마지막에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OO초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OOMB"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방식보다 실행 시간과 최대 메모리 효율이 얼마나 좋아졌는지 알려줘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바로 실행하고 결과를 3줄로 요약해줘.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결과, 수 배 빠른 실행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얼마나 빠르고 메모리를 적게 잡아먹는지 확인하고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사용하는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SQL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44872" cy="17830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962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scripts/prep_duckdb.py 와 results/agg_duckdb.csv 생성 확인.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시간이 실습 1보다 뚜렷하게 짧고, 최대 메모리도 훨씬 작음.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8184" y="2194560"/>
            <a:ext cx="5144872" cy="178308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8184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Code가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05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작성한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보면</a:t>
            </a: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SQL </a:t>
            </a:r>
            <a:r>
              <a:rPr kumimoji="0" lang="ko-KR" alt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방식으로 되어 있음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0094" y="2697480"/>
            <a:ext cx="45143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sensor_id,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date_trunc('day', ts) AS d,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avg(temperature), min(temperature),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max(temperature), count(*)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FROM read_csv('...')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1, 2;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C8DE2766-A565-4EAB-7D3D-6DEE9AC202F9}"/>
              </a:ext>
            </a:extLst>
          </p:cNvPr>
          <p:cNvSpPr/>
          <p:nvPr/>
        </p:nvSpPr>
        <p:spPr>
          <a:xfrm>
            <a:off x="822960" y="4114800"/>
            <a:ext cx="10545775" cy="9601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C41F015-11B2-EB47-75D0-17577301E47E}"/>
              </a:ext>
            </a:extLst>
          </p:cNvPr>
          <p:cNvSpPr/>
          <p:nvPr/>
        </p:nvSpPr>
        <p:spPr>
          <a:xfrm>
            <a:off x="1097280" y="433425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참고치 (강사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BB897EB-761F-24FB-C4E2-2E613911F31E}"/>
              </a:ext>
            </a:extLst>
          </p:cNvPr>
          <p:cNvSpPr/>
          <p:nvPr/>
        </p:nvSpPr>
        <p:spPr>
          <a:xfrm>
            <a:off x="1097280" y="4663440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약 1.8초 / 약 288MB.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(9.3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538 MB)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약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 빠르고 메모리는 절반 수준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빨라진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pandas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버전과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답을 내는지 검증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65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작업한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비교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서브에이전트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 사용 안 함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아래 프롬프트 작업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개가 완전 순차적이어서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병렬화할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 지점 없음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벤치마크는 병렬 실행이 오히려 결과를 망침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DuckDB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는 기본적으로 전 코어를 쓰기도 하고 각각의 성능을 측정하기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위함이니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 순차적으로 각각 실행</a:t>
            </a:r>
            <a:endParaRPr lang="en-US" altLang="ko-KR" sz="14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028277"/>
            <a:ext cx="10545775" cy="3273911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28277"/>
            <a:ext cx="45720" cy="3273911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247733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3595205"/>
            <a:ext cx="9923983" cy="235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scripts/prep_pandas.py와 scripts/prep_duckdb.py 두 스크립트에 대해 다음을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latinLnBrk="0"/>
            <a:endParaRPr lang="en-US" altLang="ko-KR" sz="1400" dirty="0">
              <a:solidFill>
                <a:schemeClr val="bg1"/>
              </a:solidFill>
            </a:endParaRPr>
          </a:p>
          <a:p>
            <a:pPr lvl="0" latinLnBrk="0"/>
            <a:r>
              <a:rPr lang="en-US" altLang="ko-KR" sz="1400" dirty="0">
                <a:solidFill>
                  <a:schemeClr val="bg1"/>
                </a:solidFill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</a:rPr>
              <a:t>두 스크립트를 각각 한 번씩 다시 실행해서 실행 시간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초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r>
              <a:rPr lang="ko-KR" altLang="en-US" sz="1400" dirty="0">
                <a:solidFill>
                  <a:schemeClr val="bg1"/>
                </a:solidFill>
              </a:rPr>
              <a:t>과 최대 메모리</a:t>
            </a:r>
            <a:r>
              <a:rPr lang="en-US" altLang="ko-KR" sz="1400" dirty="0">
                <a:solidFill>
                  <a:schemeClr val="bg1"/>
                </a:solidFill>
              </a:rPr>
              <a:t>(MB)</a:t>
            </a:r>
            <a:r>
              <a:rPr lang="ko-KR" altLang="en-US" sz="1400" dirty="0">
                <a:solidFill>
                  <a:schemeClr val="bg1"/>
                </a:solidFill>
              </a:rPr>
              <a:t>를 측정해줘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lvl="0" latinLnBrk="0"/>
            <a:r>
              <a:rPr lang="en-US" altLang="ko-KR" sz="1400" dirty="0">
                <a:solidFill>
                  <a:schemeClr val="bg1"/>
                </a:solidFill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</a:rPr>
              <a:t>측정 결과를 아래 형식의 </a:t>
            </a:r>
            <a:r>
              <a:rPr lang="en-US" altLang="ko-KR" sz="1400" dirty="0">
                <a:solidFill>
                  <a:schemeClr val="bg1"/>
                </a:solidFill>
              </a:rPr>
              <a:t>markdown </a:t>
            </a:r>
            <a:r>
              <a:rPr lang="ko-KR" altLang="en-US" sz="1400" dirty="0">
                <a:solidFill>
                  <a:schemeClr val="bg1"/>
                </a:solidFill>
              </a:rPr>
              <a:t>표로 만들어 </a:t>
            </a:r>
            <a:r>
              <a:rPr lang="en-US" altLang="ko-KR" sz="1400" dirty="0">
                <a:solidFill>
                  <a:schemeClr val="bg1"/>
                </a:solidFill>
              </a:rPr>
              <a:t>reports/benchmark.md </a:t>
            </a:r>
            <a:r>
              <a:rPr lang="ko-KR" altLang="en-US" sz="1400" dirty="0">
                <a:solidFill>
                  <a:schemeClr val="bg1"/>
                </a:solidFill>
              </a:rPr>
              <a:t>파일로 저장해줘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lvl="0" latinLnBrk="0"/>
            <a:r>
              <a:rPr lang="en-US" altLang="ko-KR" sz="1400" dirty="0">
                <a:solidFill>
                  <a:schemeClr val="bg1"/>
                </a:solidFill>
              </a:rPr>
              <a:t>   | </a:t>
            </a:r>
            <a:r>
              <a:rPr lang="ko-KR" altLang="en-US" sz="1400" dirty="0">
                <a:solidFill>
                  <a:schemeClr val="bg1"/>
                </a:solidFill>
              </a:rPr>
              <a:t>구현 </a:t>
            </a:r>
            <a:r>
              <a:rPr lang="en-US" altLang="ko-KR" sz="1400" dirty="0">
                <a:solidFill>
                  <a:schemeClr val="bg1"/>
                </a:solidFill>
              </a:rPr>
              <a:t>| </a:t>
            </a:r>
            <a:r>
              <a:rPr lang="ko-KR" altLang="en-US" sz="1400" dirty="0">
                <a:solidFill>
                  <a:schemeClr val="bg1"/>
                </a:solidFill>
              </a:rPr>
              <a:t>실행 시간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초</a:t>
            </a:r>
            <a:r>
              <a:rPr lang="en-US" altLang="ko-KR" sz="1400" dirty="0">
                <a:solidFill>
                  <a:schemeClr val="bg1"/>
                </a:solidFill>
              </a:rPr>
              <a:t>) | </a:t>
            </a:r>
            <a:r>
              <a:rPr lang="ko-KR" altLang="en-US" sz="1400" dirty="0">
                <a:solidFill>
                  <a:schemeClr val="bg1"/>
                </a:solidFill>
              </a:rPr>
              <a:t>최대 메모리</a:t>
            </a:r>
            <a:r>
              <a:rPr lang="en-US" altLang="ko-KR" sz="1400" dirty="0">
                <a:solidFill>
                  <a:schemeClr val="bg1"/>
                </a:solidFill>
              </a:rPr>
              <a:t>(MB) | pandas </a:t>
            </a:r>
            <a:r>
              <a:rPr lang="ko-KR" altLang="en-US" sz="1400" dirty="0">
                <a:solidFill>
                  <a:schemeClr val="bg1"/>
                </a:solidFill>
              </a:rPr>
              <a:t>대비 </a:t>
            </a:r>
            <a:r>
              <a:rPr lang="en-US" altLang="ko-KR" sz="1400" dirty="0">
                <a:solidFill>
                  <a:schemeClr val="bg1"/>
                </a:solidFill>
              </a:rPr>
              <a:t>|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results/agg_pandas.csv와 results/agg_duckdb.csv의 결과가 일치하는지 검증해줘.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행 수와 컬럼 구성이 같은지 확인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두 파일을 같은 기준(sensor_id, 날짜)으로 정렬한 뒤 비교해서, 정렬 순서 차이로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생기는 불일치는 무시되게 해줘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숫자 값은 부동소수점 오차를 감안해 차이가 1e-6 이내면 일치로 판정해줘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 결과(일치 여부, 검사한 항목, 판정 기준)를 reports/benchmark.md 맨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추가해줘.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만약 일치하지 않는 부분이 있으면, 어떤 컬럼의 어떤 값이 왜 다른지 원인을 분석해서 보고해줘.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없는 "결과 같아?"는 답이 애매해짐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같다고 볼지 판정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기준까지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정하는 일은 측정의 허용 오차 설정과 동일한 작업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600" dirty="0">
                <a:solidFill>
                  <a:schemeClr val="bg1"/>
                </a:solidFill>
                <a:latin typeface="Calibri" panose="020F0502020204030204"/>
              </a:rPr>
              <a:t>Claude</a:t>
            </a:r>
            <a:r>
              <a:rPr lang="ko-KR" altLang="en-US" sz="1600" dirty="0">
                <a:solidFill>
                  <a:schemeClr val="bg1"/>
                </a:solidFill>
                <a:latin typeface="Calibri" panose="020F0502020204030204"/>
              </a:rPr>
              <a:t>에게 연구자의 기준을 전달해 주는 것이 필요함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1 · 부동소수점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평균도 소수점 아래에서 달라짐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54679"/>
            <a:ext cx="4596232" cy="173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23.4500000001      vs      23.45
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라이브러리에 따라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순서가 다르면 마지막 자리에서 미세한 차이 발생. 그대로 비교하면 전부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판정됨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"차이가 1e-6 이내면 일치로 판정해줘"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2 · 정렬 순서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8184" y="2743199"/>
            <a:ext cx="4596232" cy="59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958"/>
              </a:lnSpc>
            </a:pP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아도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르면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파일 비교했을 때 </a:t>
            </a:r>
            <a:r>
              <a:rPr lang="en-US" altLang="ko-KR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altLang="ko-KR" sz="14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내용이 서로 다르다고 인식할 수 있음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8184" y="3635009"/>
            <a:ext cx="4596232" cy="154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ts val="1750"/>
              </a:lnSpc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단순히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명령어로만 비교하는 식으로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위에서부터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줄씩 대조하면 모든 행이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판정됨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"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파일을 같은 기준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sensor_id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정렬한 뒤 비교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 재측정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12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재구현, 재측정, 재검증을 한 번의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요청으로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동일한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duckDB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를 이용하더라도 파일형식이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csv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parquet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에 따라 효율이 얼마나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다른지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확인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프롬프트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번을 보면 이번에 비교하는 대상은 맨 처음 작업한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pandas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기준으로 비교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비교 대상을 항상 같은 기준으로 선정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3113" y="2638851"/>
            <a:ext cx="10545775" cy="3218688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3113" y="2638851"/>
            <a:ext cx="73152" cy="3218688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4008" y="2840019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4008" y="3187491"/>
            <a:ext cx="9923983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data/sensor_data_large.csv를 Parquet 형식으로 변환해서 data/sensor_data_large.parquet으로 저장해줘.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변환 전(CSV)과 후(Parquet)의 파일 크기를 MB 단위로 비교해서 알려줘.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scripts/prep_duckdb.py와 동일한 전처리·집계를 Parquet 파일을 입력으로 받는 버전으로 만들어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scripts/prep_duckdb_parquet.py로 저장하고 실행해줘. 결과는 results/agg_duckdb_parquet.csv로 저장.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실행 시간과 최대 메모리를 측정해서 reports/benchmark.md의 비교표에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'DuckDB + Parquet' 행을 추가해 갱신해줘.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results/agg_duckdb_parquet.csv가 기존 results/agg_pandas.csv와 일치하는지도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아까와 같은 기준(정렬 후 비교, 1e-6 허용 오차)으로 검증해서 결과를 benchmark.md에 추가해줘.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CSV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1/4 수준, 속도는 한 단계 더 향상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1288358" cy="134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 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용량이 대폭 감소하지만 읽고 처리하기 위해 압축 복원하면 메모리에 올라가는 용량은 유사함</a:t>
            </a: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</a:rPr>
              <a:t>벤치마크 보면 인덱싱 효율과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</a:rPr>
              <a:t>csv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</a:rPr>
              <a:t>파싱 비용 제거로 기존보다 더 빨라진 것을 볼 수 있음</a:t>
            </a: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DuckDB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에서 발표한 자료에는 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parquet 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사용시 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csv 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대비 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배 </a:t>
            </a:r>
            <a:r>
              <a:rPr lang="en-US" altLang="ko-KR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~ </a:t>
            </a:r>
            <a:r>
              <a:rPr lang="ko-KR" altLang="en-US" sz="16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수십배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</a:rPr>
              <a:t> 이상 빨라진다고 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테스트 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데이터 조건에 따라 상이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altLang="ko-KR" sz="16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68301"/>
            <a:ext cx="2743200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9631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170637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118MB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2768301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A443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2768301"/>
            <a:ext cx="2743200" cy="100584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89631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43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97680" y="3170637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412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1/4 크기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0" y="2768301"/>
            <a:ext cx="4053535" cy="100584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987757"/>
            <a:ext cx="35048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0" y="3316940"/>
            <a:ext cx="3504895" cy="441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Parquet 크기 약 30MB(CSV의 1/4). timestamp가 문자열이라 압축에 한계.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E983AA-2F1D-71BA-8364-6FF93EDE5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609" y="4141599"/>
            <a:ext cx="7580737" cy="208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defRPr/>
            </a:pPr>
            <a:r>
              <a:rPr lang="en-US" altLang="ko-KR" sz="25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5.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작업을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Polars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테스트</a:t>
            </a:r>
            <a:endParaRPr lang="en-US" altLang="ko-KR" sz="25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117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scan_csv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명시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평가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(lazy evaluation)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읽으라고 명시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안하면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read_csv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데이터 적재할 수 있어 비교가 무의미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기준도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pandas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결과와의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일치까지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828544"/>
            <a:ext cx="10545775" cy="258775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28544"/>
            <a:ext cx="73152" cy="258775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974848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3322320"/>
            <a:ext cx="9923983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전처리·집계 작업을 이번에는 반드시 Polars만 사용해서 구현해줘.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평가(lazy) 방식으로 scan_csv를 써서 처리하고, 실행은 스트리밍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엔진으로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(collect(engine="streaming")).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스크립트는 scripts/prep_polars.py, 결과는 results/agg_polars.csv로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시간과 최대 메모리를 측정해 reports/benchmark.md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비교표에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'Polars' 행을 추가하고, results/agg_polars.csv가 results/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agg_pandas.csv와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일치하는지도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기준(정렬 후 비교, 1e-6 허용 오차)으로 검증해서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benchmark.md에 기록해줘.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F4247-23D2-3899-C8C4-ACF9F7ED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143A975-C03D-8D56-004F-40CA74409CB3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Polars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테스트 후 벤치마크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EB93AD-BC46-E897-C41D-232E701B5BC4}"/>
              </a:ext>
            </a:extLst>
          </p:cNvPr>
          <p:cNvSpPr/>
          <p:nvPr/>
        </p:nvSpPr>
        <p:spPr>
          <a:xfrm>
            <a:off x="822960" y="1371599"/>
            <a:ext cx="11288358" cy="1344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기준으로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Polars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실행 시간은 조금 빠르고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메모리는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차지한 것으로 나옴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그러나 이는 데이터 타입과 연산별 경향에 따라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DuckDB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와 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Polars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가 유리한 부분이 다름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현업에서 사용할 때는 본인 데이터셋에 더 빠르게 작동하는 엔진을 사용하면 됨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880004-BB19-405E-0F89-41CF09C67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107" y="3086784"/>
            <a:ext cx="9216387" cy="21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2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6.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방식으로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해보기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동일한 작업에서 데이터 로드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방식만 전체 적재에서 청크(chunk,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쪼개서 순차적으로 읽기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단위로 변경해 재요청.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시간에 배운 내용 테스트 </a:t>
            </a:r>
            <a:r>
              <a:rPr lang="en-US" altLang="ko-KR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조각 하나만 올리는 대신 코드가 얼마나 복잡해지는지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소요되니 다음 실습 프롬프트 진행하고</a:t>
            </a:r>
            <a:r>
              <a:rPr lang="en-US" altLang="ko-KR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551176"/>
            <a:ext cx="10545775" cy="359359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45719" cy="359359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770632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3118104"/>
            <a:ext cx="9923983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scripts/prep_pandas.py가 수행한 것과 완전히 동일한 전처리·집계 작업을 수행해.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pandas의 청크 처리(chunksize)만 사용해. 전체를 한 번에 올리는 read_csv 호출은 금지.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입력: data/sensor_data_large.csv (동일) / 처리 규칙 6가지도 실습 1과 완전히 동일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출력: results/agg_pandas_chunk.csv / 스크립트: scripts/prep_pandas_chunk.py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청크로 한 번에 처리 못 하는 작업(센서별 중앙값 대체 등)은 우회 방식을 코드 주석과 요약에 설명해줘.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동일한 방식(psutil 최대 RSS)으로 실행 시간과 최대 메모리를 측정해 reports/benchmark.md 비교표에 'pandas (청크)' 행을 추가해줘.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results/agg_pandas.csv와 일치하는지도 같은 기준(정렬 후 비교, 1e-6 허용 오차)으로 검증해줘.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바로 실행하고, 실습 1 대비 무엇이 좋아지고 무엇이 그대로인지 3줄로 요약해줘.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처리 시 메모리만 감소, 실행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7379746" cy="17373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6829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69350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메모리는 실습 1 대비 큰 폭 감소, 실행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실습 1보다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복잡함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생성하고 검증하는 시간도 </a:t>
            </a:r>
            <a:r>
              <a:rPr lang="ko-KR" altLang="en-US" sz="14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 소요됨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0545775" cy="9601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34256"/>
            <a:ext cx="9997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참고치 (강사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4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pandas(청크) 약 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/ 약 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 —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청크 크기 수준까지 내려가고, 시간은 실습 1과 유사한 경향.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E18C0CFB-5938-76E3-434B-D7A527F8AC2D}"/>
              </a:ext>
            </a:extLst>
          </p:cNvPr>
          <p:cNvSpPr/>
          <p:nvPr/>
        </p:nvSpPr>
        <p:spPr>
          <a:xfrm>
            <a:off x="822960" y="1508760"/>
            <a:ext cx="9997135" cy="57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수업에서 배웠던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 실행 속도는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것 증명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(lazy evaluation)의 계획 최적화를 눈으로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3단계 작업(전체 읽기 → 센서 1개만 필터 → 2개 컬럼만 선택)을 pandas와 Polars(lazy)로 구현해 비교.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목적: 뒤(2·3단계)에 오는 코드가 앞(1단계)의 </a:t>
            </a:r>
            <a:r>
              <a:rPr lang="en-US" sz="13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계획을 바꾸는지. pandas 버전에는 미리 골라 읽는 최적화를 금지해 즉시 실행 방식 그대로 비교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59359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19" cy="359359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3단계 작업을 pandas와 Polars 두 버전으로 구현해서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작업에서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Polars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evaluation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과정 비교를 간략히 다이어그램화 해줘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형식으로 빠르게 표현해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(두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): data/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sensor_data_large.parquet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'S007'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timestamp, temperature 2개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temperature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pandas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scripts/plan_pandas.py): read_parquet으로 전체를 읽은 뒤 필터와 컬럼 선택을 순서대로 적용. columns나 filters 인자로 미리 골라 읽지 마.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Polars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scripts/plan_polars.py): scan_parquet 지연 평가(lazy)로 같은 3단계를 쌓고, collect() 직전에 q.explain(optimized=False)와 q.explain()을 모두 출력해줘.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두 버전 모두 실행 시간(초)과 최대 메모리(MB, psutil 최대 RSS)를 측정해 마지막에 출력해.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실행 후 설명해줘: ① 최적화 전/후 계획에서 읽는 컬럼 수와 필터 위치 변화 ② 2·3단계 코드가 1단계 '읽기' 계획을 어떻게 바꿨는지 ③ pandas는 왜 같은 최적화가 불가능한지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후 바로 실행하고 결과를 3줄로 요약해줘.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evaluation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코드가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계획’을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바꿈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pandas는 코드를 적은 순서 그대로 실행하고, Polars는 계획 전체를 본 뒤 읽기 단계 자체를 고쳐서 실행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강의 때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데이터만 가져오는 최적화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q.explain() 출력에 실제로 나타나는 지점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·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줄에서 이미 300만 행 × 전체 컬럼 적재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54679"/>
            <a:ext cx="4596232" cy="173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read_parquet 실행 시점에는 아직 뒤에서 S007만, 2개 컬럼만 쓴다는 정보가 없음. 읽는 양을 줄일 방법 자체가 없는 구조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최대 메모리가 파일 전체 적재 수준으로 큼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864" y="2194560"/>
            <a:ext cx="5144872" cy="3154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414016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Polars · 계획을 보고 읽기를 고침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8184" y="2743199"/>
            <a:ext cx="4596232" cy="59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q.explain 출력에서 최적화 전후 계획이 그대로 보임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8184" y="3635009"/>
            <a:ext cx="4596232" cy="154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사용 메모리가 pandas 버전 대비 큰 폭으로 작음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3교시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464F-047E-1AC3-98A3-16CC666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23E793-6AAD-7384-F62D-DD33D1E5217A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이제 쓰지 말아야 하나요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A5170-FAEE-56DB-D773-683086BC828E}"/>
              </a:ext>
            </a:extLst>
          </p:cNvPr>
          <p:cNvSpPr/>
          <p:nvPr/>
        </p:nvSpPr>
        <p:spPr>
          <a:xfrm>
            <a:off x="822960" y="1371599"/>
            <a:ext cx="11288358" cy="484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작업할 것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작아진 뒤의 마무리 작업 또는 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충분한 분량의 데이터 처리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연계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matplotlib·seaborn·plotly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기본 입력으로 받는 구조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라이브러리에 데이터 전달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주요 라이브러리의 표준 입력 형식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엑셀과 결합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데이터 탐색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생태계와 자료 활용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Polars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작업하면 좋은 주제</a:t>
            </a:r>
            <a:endParaRPr lang="ko-KR" altLang="en-US" b="1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메모리보다 큰 데이터 다루고 무거운 집계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조인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등의 연산을 할 때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로는 애초에 불가능한 영역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9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3052</Words>
  <Application>Microsoft Office PowerPoint</Application>
  <PresentationFormat>와이드스크린</PresentationFormat>
  <Paragraphs>257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2026-08-22T12:08:07Z</dcterms:created>
  <dcterms:modified xsi:type="dcterms:W3CDTF">2026-08-22T15:43:13Z</dcterms:modified>
</cp:coreProperties>
</file>