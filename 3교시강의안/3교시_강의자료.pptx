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쉬는 시간 중 데이터 파일 복사 완료 여부 확인. 시작과 동시에 다음 장으로.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장은 20초만. 실습이 오늘의 몸통이라는 한마디 후 통과.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오늘도 코드는 한 줄도 쓰지 않는다는 점을 선언하며 시작. 폴더 트리와 오른쪽 의미를 대응시켜 무엇을 만들지 먼저 보여줌.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3번 검증이 오늘의 핵심임을 미리 표시. 네 가지가 실습 1~4와 정리에 각각 대응한다고 예고.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본인 분야의 큰 데이터 사례를 떠올리게 하며 진입.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본인 분야 사례로 치환해 1분 스토리텔링. 겪어본 사람 거수 유도.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질문 문장이 마지막 슬라이드에서 다시 회수된다고 예고.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작업 관리자 메모리 99%가 바로 원인 1임을 연결. 세 원인이 뒤의 세 해법과 짝을 이룬다고 예고.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치트시트에서 차선책으로 다시 등장한다고 예고.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4에서 직접 변환하고 재측정한다고 예고. 2교시의 원본 불변 원칙과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Polars 시연에서 코드에 lazy 라는 단어가 실제로 보인다고 예고.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표를 외우는 것이 아니라 다음 장의 결론 하나만 가져가면 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개념 브리핑 10분은 시킬 수 있는 어휘를 늘린 시간이라고 요약.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치트시트에 Numba 행이 다시 나온다고 연결. 여기까지가 개념 10분.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원칙 2가 이번 개정의 핵심. 계획 모드를 먼저 보여 주고 실습에 들어갈 것. 원칙 3과 4를 미리 선언하면 실습 중 질문이 절반으로 줄어듦.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0-3은 쉬는 시간에 대부분 완료된 상태. 미완료자만 병행 처리.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설치를 사람이 아니라 AI에게 시키는 것이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장의 데이터 공식값과 화면을 대조하며 전원 동기화.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화면의 보고 내용과 이 공식값이 맞으면 출발 준비 완료.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실행이 도는 수십 초에서 수 분이 오늘의 교보재. 기다리는 동안 다음 장으로 이동.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몇 명의 수치를 소리 내어 수집. 편차가 정상임을 체감시키는 장치.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실행이 눈에 띄게 빨리 끝남. 학생들의 반응이 나오는 지점.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생성된 코드를 10초만 스크롤해 보여주고 읽지 않아도 됨을 시연.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3번 항목의 세 조건이 심장이라고 지목.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불일치에서 원인 분석으로 이어진 사례 1~2명 공유 시간 확보.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어느 쪽이 맞는 값이냐는 질문은 부록 A2의 Q3으로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Parquet 개념 슬라이드를 상기시키며 진행.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 여유를 보고 Polars 시연 여부 결정.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생략 시 다음 장 표 한 장으로 대체.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절차가 남는다는 점을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행씩 소리 내어 읽으며 오늘 실습과 매칭. 1행은 실습 2, 3행은 실습 4, 5행은 Numba 슬라이드.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체크되지 않는 항목이 있는 수강생은 쉬는 시간에 개별 지원 예약.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교시 예고를 겸하는 슬라이드. 세 장치의 사용법이 아니라 존재와 용도만 전달할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20분 휴식 공지와 다음 교시 준비물(오늘 폴더 그대로)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중 상시 참조용. 배포 자료에서 즐겨찾기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수업 중과 후에 반복되는 질문. 배포 자료에서는 전체 펼침.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배포 자료 참조용.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고정 모드를 써도 진행 방식은 동일. Claude Code가 uv 프로젝트 환경을 인식함.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강사 전용. 배포 시 이 슬라이드는 제외 가능.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33288" y="2121408"/>
            <a:ext cx="731520" cy="0"/>
          </a:xfrm>
          <a:prstGeom prst="line">
            <a:avLst/>
          </a:prstGeom>
          <a:noFill/>
          <a:ln w="28575">
            <a:solidFill>
              <a:srgbClr val="FFD7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572768"/>
            <a:ext cx="9448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8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이용한 대용량 연구 데이터 전처리 · 분석 자동화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371600" y="2514600"/>
            <a:ext cx="94484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3교시. 대용량 데이터 처리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3246120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pandas의 한계와 최신 해법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71600" y="406908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DuckDB · Polars · Parquet, 그리고 무엇이 느릴 때 무엇을 요청할 것인가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5074920"/>
            <a:ext cx="9448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spc="12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60분   ·   실습 중심   ·   코드를 직접 작성하지 않습니다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· 00:00–00:03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746629" y="516636"/>
            <a:ext cx="8622106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10분, 실습 40분, 정리 10분으로 진행합니다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실습이 중심입니다. 개념은 실습에서 무엇을 요청할지 판단하는 데 필요한 만큼만 다룹니다.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1684477" cy="47548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57400"/>
            <a:ext cx="16844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10분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80589" y="2057400"/>
            <a:ext cx="6957365" cy="47548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80589" y="2057400"/>
            <a:ext cx="695736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2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40분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11106" y="2057400"/>
            <a:ext cx="1757629" cy="47548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11106" y="2057400"/>
            <a:ext cx="175762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10분</a:t>
            </a:r>
            <a:endParaRPr lang="en-US" sz="11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761488"/>
          <a:ext cx="10545775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325880"/>
                <a:gridCol w="7802575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00:00–03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데이터가 커졌을 때 실제로 벌어지는 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00:03–10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개념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pandas의 한계, 청크, Parquet, 지연 평가, DuckDB · Polars, Numba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00:10–13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실습 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준비: 폴더 확인, 라이브러리 설치, 데이터 파악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00:13–21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실습 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pandas 버전 구현과 실행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00:21–28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실습 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DuckDB 버전 구현과 실행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00:28–38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실습 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시간 · 메모리 비교표 작성과 결과 일치 검증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00:38–46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실습 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CSV를 Parquet으로 변환한 뒤 재측정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00:46–50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시연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Polars 시연 (시간이 부족하면 생략)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00:50–60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정리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병목 유형별 요청 치트시트, 결과물 확인, 다음 교시 예고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399032" y="516636"/>
            <a:ext cx="9969703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60분 뒤 폴더에 남는 것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실습이 끝나면 아래 파일이 생깁니다. 대표 산출물은 benchmark.md 한 개입니다.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4892040" cy="38862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276856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폴더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260604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kisti-lab/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3035808"/>
            <a:ext cx="4343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data/
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sensor_data_large.csv
     sensor_data_large.parquet
</a:t>
            </a:r>
            <a:pPr indent="0" marL="0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scripts/
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prep_pandas.py
     prep_duckdb.py
     prep_duckdb_parquet.py
</a:t>
            </a:r>
            <a:pPr indent="0" marL="0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results/
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agg_pandas.csv 외 집계 결과 3종
</a:t>
            </a:r>
            <a:pPr indent="0" marL="0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reports/
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benchmark.md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71032" y="2057400"/>
            <a:ext cx="5397703" cy="12344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45352" y="2276856"/>
            <a:ext cx="48490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SCRIPTS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45352" y="2606040"/>
            <a:ext cx="4849063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대용량에도 견디는 개선 스크립트 3종
</a:t>
            </a:r>
            <a:pPr indent="0" marL="0">
              <a:lnSpc>
                <a:spcPts val="21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작업을 서로 다른 도구로 구현한 결과물입니다.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71032" y="3383280"/>
            <a:ext cx="5397703" cy="12344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5352" y="3602736"/>
            <a:ext cx="48490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45352" y="3931920"/>
            <a:ext cx="4849063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benchmark.md · 오늘의 대표 산출물
</a:t>
            </a:r>
            <a:pPr indent="0" marL="0">
              <a:lnSpc>
                <a:spcPts val="21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비교표와 결과 일치 검증 기록이 한 파일에 담깁니다.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71032" y="4709160"/>
            <a:ext cx="5397703" cy="12344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5352" y="4928616"/>
            <a:ext cx="48490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CHECKLIST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45352" y="5257800"/>
            <a:ext cx="4849063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 유형별 요청 치트시트
</a:t>
            </a:r>
            <a:pPr indent="0" marL="0">
              <a:lnSpc>
                <a:spcPts val="21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파일이 아니라 머릿속에 남는 것입니다.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399032" y="516636"/>
            <a:ext cx="9969703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익히는 네 가지: 설명 · 요청 · 검증 · 판단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사용법을 외우는 시간이 아닙니다. 아래 네 가지를 할 수 있으면 오늘의 목표를 달성한 것입니다.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5144872" cy="17830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368296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2697480"/>
            <a:ext cx="459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3108960"/>
            <a:ext cx="4596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pandas가 느려지고 메모리가 부족해지는 세 가지 구조적 이유를, 자기 연구 데이터에 대입해 설명할 수 있습니다.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23864" y="2148840"/>
            <a:ext cx="5144872" cy="17830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8184" y="2368296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98184" y="2697480"/>
            <a:ext cx="459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8184" y="3108960"/>
            <a:ext cx="4596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전처리 · 집계를 "pandas로", "DuckDB로"처럼 라이브러리를 지정해 요청할 수 있습니다.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4187952"/>
            <a:ext cx="5144872" cy="1783080"/>
          </a:xfrm>
          <a:prstGeom prst="rect">
            <a:avLst/>
          </a:prstGeom>
          <a:solidFill>
            <a:srgbClr val="221F16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407408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" y="4736592"/>
            <a:ext cx="459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5148072"/>
            <a:ext cx="4596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시간 · 메모리 측정, 비교표 작성, 두 구현의 결과 일치 검증까지 AI에게 맡길 수 있습니다. 오늘의 핵심입니다.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23864" y="4187952"/>
            <a:ext cx="5144872" cy="17830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8184" y="4407408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98184" y="4736592"/>
            <a:ext cx="459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8184" y="5148072"/>
            <a:ext cx="4596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CSV를 Parquet으로 바꾼 효과를 직접 측정하고, 병목 유형별로 무엇을 요청할지 스스로 고를 수 있습니다.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2331720" y="1965960"/>
            <a:ext cx="0" cy="118872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697480" y="19659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필요한가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697480" y="25786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커졌을 때 실제로 벌어지는 일과, 그때 흔히 내리는 잘못된 결론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3749040"/>
            <a:ext cx="3362858" cy="2286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968496"/>
            <a:ext cx="28142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4297680"/>
            <a:ext cx="2814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13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커진 연구 데이터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97280" y="4892040"/>
            <a:ext cx="281421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엑셀에서 열리지 않고, 파이썬 스크립트는 메모리 부족으로 멈춥니다.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14418" y="3749040"/>
            <a:ext cx="3362858" cy="2286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8738" y="3968496"/>
            <a:ext cx="28142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오해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88738" y="4297680"/>
            <a:ext cx="2814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13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장비와 언어 탓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88738" y="4892040"/>
            <a:ext cx="281421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 성능이나 파이썬을 원인으로 지목하고 여기서 멈추는 경우가 많습니다.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5877" y="3749040"/>
            <a:ext cx="3362858" cy="2286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80197" y="3968496"/>
            <a:ext cx="28142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80197" y="4297680"/>
            <a:ext cx="2814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13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바꾸면 됩니다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80197" y="4892040"/>
            <a:ext cx="281421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노트북에서 도구만 바꿔도 실행 시간이 수 배에서 수십 배 줄어듭니다.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왜 · 00:00–00:03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806065" y="516636"/>
            <a:ext cx="856267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파일이 2GB가 되는 날은 반드시 옵니다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유전체 시퀀싱, 기상 관측, 검출기 로그, 센서 데이터. 최근 연구 데이터에서 수 GB는 특별한 크기가 아닙니다.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3362858" cy="23774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551176"/>
            <a:ext cx="28142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2880360"/>
            <a:ext cx="2814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엑셀에서 열리지 않음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3520440"/>
            <a:ext cx="281421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엑셀의 최대 행 수는 1,048,576행입니다. 300만 행짜리 CSV는 파일을 여는 단계에서 이미 막힙니다.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14418" y="2331720"/>
            <a:ext cx="3362858" cy="23774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8738" y="2551176"/>
            <a:ext cx="28142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88738" y="2880360"/>
            <a:ext cx="2814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파이썬이 응답하지 않음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88738" y="3520440"/>
            <a:ext cx="281421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스크립트를 실행하면 메모리 사용률이 99%까지 올라가고, 화면이 멈춰 강제 종료하게 됩니다.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05877" y="2331720"/>
            <a:ext cx="3362858" cy="23774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80197" y="2551176"/>
            <a:ext cx="28142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80197" y="2880360"/>
            <a:ext cx="2814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 결론에 도달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80197" y="3520440"/>
            <a:ext cx="281421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"노트북 성능이 부족하다", "파이썬이 원래 느리다"로 정리하고 여기서 멈추는 경우가 많습니다.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5074920"/>
            <a:ext cx="10545775" cy="8229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5074920"/>
            <a:ext cx="99605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것은 이 상황이 특정 분야의 문제가 아니라는 점입니다. 데이터를 다루는 연구라면 언제든 마주치게 됩니다.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458468" y="516636"/>
            <a:ext cx="9910267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장비를 바꾸지 않아도, 도구를 바꾸면 달라집니다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오해 두 가지와, 오늘의 결론 하나입니다.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5144872" cy="14173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368296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오해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2697480"/>
            <a:ext cx="4596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13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"노트북 성능이 부족하다 → 서버를 신청하자"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97280" y="3291840"/>
            <a:ext cx="4596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문제가 아닙니다. 같은 노트북에서 해결되는 경우가 대부분입니다.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23864" y="2148840"/>
            <a:ext cx="5144872" cy="14173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8184" y="2368296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오해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98184" y="2697480"/>
            <a:ext cx="4596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13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"파이썬이 원래 느리다 → 감수하자"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98184" y="3291840"/>
            <a:ext cx="4596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문제가 아닙니다. 같은 파이썬 안에서 도구만 바뀝니다.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3749040"/>
            <a:ext cx="10545775" cy="1417320"/>
          </a:xfrm>
          <a:prstGeom prst="rect">
            <a:avLst/>
          </a:prstGeom>
          <a:solidFill>
            <a:srgbClr val="221F16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968496"/>
            <a:ext cx="99971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" y="4297680"/>
            <a:ext cx="99971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바꾸는 것만으로 실행 시간은 수 배에서 수십 배, 메모리는 몇 분의 1로 줄어듭니다.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4736592"/>
            <a:ext cx="99971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도구의 사용법을 외울 필요는 없습니다. 이름과 쓰임새만 알면 구현은 Claude Code가 합니다.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5349240"/>
            <a:ext cx="10545775" cy="685800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5349240"/>
            <a:ext cx="99605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질문  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느릴 때, AI에게 무엇을 요청할 것인가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2331720" y="1965960"/>
            <a:ext cx="0" cy="118872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697480" y="19659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알아둘 개념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697480" y="25786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전에 잡고 갈 다섯 가지입니다. 외울 것은 도구의 이름과 용도뿐입니다.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3749040"/>
            <a:ext cx="2464994" cy="2286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968496"/>
            <a:ext cx="19163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02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4297680"/>
            <a:ext cx="19163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13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pandas의 한계와</a:t>
            </a:r>
            <a:endParaRPr lang="en-US" sz="1250" dirty="0"/>
          </a:p>
          <a:p>
            <a:pPr indent="0" marL="0">
              <a:lnSpc>
                <a:spcPts val="1813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 · 스트리밍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97280" y="4892040"/>
            <a:ext cx="191635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느려지는가, 그리고 가장 기본적인 대처법.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16554" y="3749040"/>
            <a:ext cx="2464994" cy="2286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0874" y="3968496"/>
            <a:ext cx="19163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0874" y="4297680"/>
            <a:ext cx="19163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13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Parquet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790874" y="4892040"/>
            <a:ext cx="191635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도구가 읽기 좋은 파일 형식으로 바꾸는 방법.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0148" y="3749040"/>
            <a:ext cx="2464994" cy="2286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84468" y="3968496"/>
            <a:ext cx="19163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84468" y="4297680"/>
            <a:ext cx="19163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13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평가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84468" y="4892040"/>
            <a:ext cx="191635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DuckDB와 Polars가 빠른 이유가 되는 실행 방식.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03741" y="3749040"/>
            <a:ext cx="2464994" cy="2286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78061" y="3968496"/>
            <a:ext cx="19163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78061" y="4297680"/>
            <a:ext cx="19163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13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DuckDB와 Polars</a:t>
            </a:r>
            <a:endParaRPr lang="en-US" sz="1250" dirty="0"/>
          </a:p>
          <a:p>
            <a:pPr indent="0" marL="0">
              <a:lnSpc>
                <a:spcPts val="1813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(+ Numba)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78061" y="4892040"/>
            <a:ext cx="191635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도구의 차이와, 다른 종류의 병목에 쓰는 도구.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개념 · 00:03–00:10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966085" y="516636"/>
            <a:ext cx="840265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pandas의 한계는 성능 결함이 아니라 설계 방식입니다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데이터를 편하게 다루도록 만들어진 구조가, 데이터가 커지면 그대로 제약이 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3362858" cy="25146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459736"/>
            <a:ext cx="28142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2814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전량 메모리 적재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3200400"/>
            <a:ext cx="281421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전체를 메모리에 올린 뒤 작업합니다. 문자열과 날짜가 섞여 있으면 파일 크기의 2~5배까지 늘어나, 2GB CSV가 RAM 8GB를 채웁니다.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14418" y="2240280"/>
            <a:ext cx="3362858" cy="25146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8738" y="2459736"/>
            <a:ext cx="28142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88738" y="2788920"/>
            <a:ext cx="2814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스레드 실행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88738" y="3200400"/>
            <a:ext cx="281421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pandas의 주요 연산은 한 번에 한 스레드로 동작합니다. CPU 코어가 8개든 16개든 대부분 한 개만 쓰고 나머지는 대기합니다.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05877" y="2240280"/>
            <a:ext cx="3362858" cy="25146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80197" y="2459736"/>
            <a:ext cx="28142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80197" y="2788920"/>
            <a:ext cx="2814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실행 (eager)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80197" y="3200400"/>
            <a:ext cx="281421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명령을 받을 때마다 중간 결과를 그 자리에서 만듭니다. 전체 작업을 미리 보고 순서를 최적화하지 않습니다.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4892040"/>
            <a:ext cx="10545775" cy="1234440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111496"/>
            <a:ext cx="99971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 3.0 이후에도 남는 한계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5440680"/>
            <a:ext cx="9997135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 3.0(2026년 1월, 현재 3.0.5)에서 문자열은 PyArrow 기반 str 타입이 기본이 되어 크게 빨라졌습니다. 다만 위 세 가지 구조는 그대로입니다.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커지면 다른 접근이 필요한 이유가 여기 있습니다.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개념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618488" y="516636"/>
            <a:ext cx="9750247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해법 1. 한 번에 다 읽지 않고 나눠서 읽기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100만 행을 읽어 처리하고 버린 뒤 다음 100만 행을 읽습니다. 이렇게 흘려보내며 처리하는 방식을 스트리밍이라고 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1691640" cy="868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402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CSV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06040" y="224028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54680" y="2240280"/>
            <a:ext cx="1298448" cy="868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224028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조각 1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81144" y="2240280"/>
            <a:ext cx="1298448" cy="868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1144" y="224028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조각 2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07608" y="2240280"/>
            <a:ext cx="1298448" cy="868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07608" y="224028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조각 3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34072" y="2240280"/>
            <a:ext cx="1298448" cy="868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34072" y="224028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조각 4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887968" y="224028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418320" y="2240280"/>
            <a:ext cx="1950415" cy="86868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0" y="2240280"/>
            <a:ext cx="1950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2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· 집계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3611880"/>
            <a:ext cx="5144872" cy="16916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3831336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해결되는 것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" y="4160520"/>
            <a:ext cx="4596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부족 문제는 확실히 사라집니다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754880"/>
            <a:ext cx="459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올리는 양이 정해져 있으므로, 파일이 아무리 커져도 메모리가 넘치지 않습니다.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23864" y="3611880"/>
            <a:ext cx="5144872" cy="16916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8184" y="3831336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남는 것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98184" y="4160520"/>
            <a:ext cx="4596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속도는 그대로이고 코드가 복잡해집니다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98184" y="4754880"/>
            <a:ext cx="459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조각별 결과를 다시 합치는 과정이 필요합니다. DuckDB와 Polars가 스트리밍을 내장한 지금은, 직접 청크를 나누는 방식을 먼저 쓰지 않습니다.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" y="5532120"/>
            <a:ext cx="10545775" cy="594360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15568" y="5532120"/>
            <a:ext cx="99605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예전에는 사람이 직접 짜던 방식이고, 지금은 도구가 내부에서 알아서 합니다. 개념만 알아 두면 됩니다.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개념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618488" y="516636"/>
            <a:ext cx="9750247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해법 2. CSV 대신 Parquet 형식으로 저장하기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CSV는 사람이 읽는 텍스트 형식이고, Parquet은 분석 도구가 읽기 좋은 열 단위 형식입니다.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084832"/>
            <a:ext cx="5144872" cy="117043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304288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2633472"/>
            <a:ext cx="459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 단위 텍스트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3017520"/>
            <a:ext cx="4596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3.14159를 문자 7개로 저장합니다. 읽을 때마다 다시 해석해야 합니다.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23864" y="2084832"/>
            <a:ext cx="5144872" cy="1170432"/>
          </a:xfrm>
          <a:prstGeom prst="rect">
            <a:avLst/>
          </a:prstGeom>
          <a:solidFill>
            <a:srgbClr val="221F16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8184" y="2304288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PARQUET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98184" y="2633472"/>
            <a:ext cx="459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 단위 이진 형식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8184" y="3017520"/>
            <a:ext cx="4596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숫자로, 같은 열끼리 모아서, 압축까지 적용해 저장합니다.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401568"/>
          <a:ext cx="1054577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771113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개선되는 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열만 읽음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 단위로 저장되어 있어, 분석에 쓰는 컬럼만 골라 읽습니다.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파일이 작아짐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비슷한 값이 모여 있어 압축이 잘 됩니다. 보통 CSV의 1/5 ~ 1/10 크기가 됩니다.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해석 비용이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자료형이 함께 저장되어, 읽을 때마다 다시 해석하지 않습니다. 블록별 최소·최대값도 함께 기록되어 필요 없는 부분은 건너뜁니다.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822960" y="5440680"/>
            <a:ext cx="10545775" cy="777240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5568" y="5440680"/>
            <a:ext cx="99605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CSV는 그대로 보관하고, 반복해서 분석할 파일만 Parquet 사본으로 변환해 두는 것이 실무 표준입니다. 데이터가 더 커지고 여러 사람이 공유하는 단계에서는 Iceberg나 DuckLake 같은 형식을 얹기도 하지만, 바탕이 되는 파일은 여전히 Parquet입니다.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개념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618488" y="516636"/>
            <a:ext cx="9750247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해법 3. 명령을 모아서 한 번에 실행하기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명령을 즉시 실행하지 않고, 전체 작업을 다 받은 뒤 실행 계획을 세워 처리하는 방식을 지연 평가라고 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5144872" cy="26517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414016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실행 · EAGER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2743200"/>
            <a:ext cx="459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8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명령을 받을 때마다 그 자리에서 실행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97280" y="3154680"/>
            <a:ext cx="4596232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결과가 매번 통째로 만들어집니다.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"3월부터 12월까지 읽어줘"  →  10개월치를 전부 읽음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"그중 3월만 남겨줘"  →  9개월치를 버림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pandas의 기본 동작 방식입니다.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23864" y="2194560"/>
            <a:ext cx="5144872" cy="2651760"/>
          </a:xfrm>
          <a:prstGeom prst="rect">
            <a:avLst/>
          </a:prstGeom>
          <a:solidFill>
            <a:srgbClr val="221F16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8184" y="2414016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평가 · LAZY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98184" y="2743200"/>
            <a:ext cx="459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8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명령을 모두 받은 뒤 순서를 최적화해 실행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98184" y="3154680"/>
            <a:ext cx="4596232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전에 전체 계획을 먼저 세웁니다.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"3월부터 12월까지 읽고, 그중 3월만 남겨줘"
</a:t>
            </a:r>
            <a:pPr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결국 3월만 쓰는 것을 파악해 처음부터 3월만 읽음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DuckDB와 Polars의 기본 동작 방식입니다.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5074920"/>
            <a:ext cx="10545775" cy="777240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5074920"/>
            <a:ext cx="99605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양 자체가 줄어들기 때문에 빨라집니다. DuckDB와 Polars가 모두 이 방식으로 동작하고, 여기에 스트리밍 실행을 더해 메모리보다 큰 데이터도 흘려보내며 처리합니다.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개념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618488" y="516636"/>
            <a:ext cx="9750247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DuckDB와 Polars는 말을 거는 방식이 다를 뿐입니다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모든 CPU 코어를 사용하고 지연 평가로 동작하는 분석 엔진입니다. 2026년 8월 기준 DuckDB 1.5.5, Polars 1.43입니다.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48840"/>
          <a:ext cx="10545775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4379976"/>
                <a:gridCol w="4379976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DuckDB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Polars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줄 정의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파일을 데이터베이스처럼 다루는 경량 분석 엔진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Rust로 새로 만든 고속 DataFrame 라이브러리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방식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SQL로 질의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pandas와 비슷한 DataFrame 문법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메모리보다 큰 데이터도 처리하며, 집계와 조인에 강함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스트리밍 실행이 촘촘하고, 문자열 처리에 강함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오늘의 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대용량 집계 주력 실습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 시연 (여유가 있으면 추가 실습)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394960"/>
            <a:ext cx="10545775" cy="777240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5614416"/>
            <a:ext cx="99971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공통점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7280" y="5943600"/>
            <a:ext cx="9997135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한 줄 · 별도 서버 불필요 · 모든 CPU 코어 사용 · 지연 평가로 실행 계획 최적화 · Parquet 기본 지원 · 노트북에서 수천만 행 처리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개념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618488" y="516636"/>
            <a:ext cx="9750247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SQL도 Polars 문법도 배울 필요는 없습니다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구현은 Claude Code가 합니다. 사람이 할 일은 어떤 도구가 있고 언제 쓰는지 아는 것입니다.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5144872" cy="13258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368296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모르는 경우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2697480"/>
            <a:ext cx="4596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"더 빠르게 해줘"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3136392"/>
            <a:ext cx="45962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요청할 때마다 AI가 다른 방법을 고릅니다. 결과가 그때그때 달라집니다.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23864" y="2148840"/>
            <a:ext cx="5144872" cy="1325880"/>
          </a:xfrm>
          <a:prstGeom prst="rect">
            <a:avLst/>
          </a:prstGeom>
          <a:solidFill>
            <a:srgbClr val="221F16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8184" y="2368296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아는 경우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98184" y="2697480"/>
            <a:ext cx="4596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집계를 DuckDB로 다시 구현해줘"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8184" y="3136392"/>
            <a:ext cx="45962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조건을 언제든 다시 만들 수 있습니다.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3749040"/>
            <a:ext cx="3362858" cy="2103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749040"/>
            <a:ext cx="3362858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023360"/>
            <a:ext cx="28142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 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" y="4352544"/>
            <a:ext cx="2814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비교가 됩니다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764024"/>
            <a:ext cx="2814218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조건을 통제해야 무엇이 얼마나 빨라졌는지 알 수 있습니다. 실험군과 대조군을 두는 것과 같습니다.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14418" y="3749040"/>
            <a:ext cx="3362858" cy="2103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14418" y="3749040"/>
            <a:ext cx="3362858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8738" y="4023360"/>
            <a:ext cx="28142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88738" y="4352544"/>
            <a:ext cx="2814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재현이 됩니다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88738" y="4764024"/>
            <a:ext cx="2814218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"알아서"는 오늘과 내일의 결과가 다를 수 있습니다. 도구를 지정하면 방법론처럼 고정됩니다.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05877" y="3749040"/>
            <a:ext cx="3362858" cy="2103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05877" y="3749040"/>
            <a:ext cx="3362858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80197" y="4023360"/>
            <a:ext cx="28142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80197" y="4352544"/>
            <a:ext cx="2814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아는 만큼 요청합니다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80197" y="4764024"/>
            <a:ext cx="2814218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"DuckDB로 바꿔줘"는 그 이름을 아는 사람만 할 수 있는 요청입니다. 개념 10분이 그 어휘를 늘리는 시간입니다.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개념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618488" y="516636"/>
            <a:ext cx="9750247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느린 이유가 다르면 요청도 달라집니다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다루는 해법은 데이터가 커서 느린 경우에만 효과가 있습니다. 계산이 무거워서 느린 경우는 처방이 다릅니다.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5144872" cy="2514600"/>
          </a:xfrm>
          <a:prstGeom prst="rect">
            <a:avLst/>
          </a:prstGeom>
          <a:solidFill>
            <a:srgbClr val="221F16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459736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주제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4596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커서 느린 경우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3227832"/>
            <a:ext cx="459623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읽기 · groupby 집계 · 메모리 부족
</a:t>
            </a:r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입출력과 메모리가 병목입니다.
</a:t>
            </a:r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DuckDB · Polars · Parquet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23864" y="2240280"/>
            <a:ext cx="5144872" cy="25146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8184" y="2459736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실습은 없음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98184" y="2788920"/>
            <a:ext cx="4596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계산식이 복잡해서 느린 경우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8184" y="3227832"/>
            <a:ext cx="459623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몬테카를로 시뮬레이션 · 수치 적분 · 직접 작성한 for 루프
</a:t>
            </a:r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계산 자체가 병목입니다.
</a:t>
            </a:r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Numba (JIT 컴파일로 수십에서 수백 배)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4983480"/>
            <a:ext cx="10545775" cy="868680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4983480"/>
            <a:ext cx="99605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이름과 쓰임새만 기억해 두면 됩니다. 참고로 Python 3.14부터 GIL을 끄고 실행하는 방식이 공식 지원되지만, 그것만으로 pandas가 빨라지지는 않습니다. 병목의 종류를 먼저 확인하는 순서는 그대로입니다.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2331720" y="1965960"/>
            <a:ext cx="0" cy="118872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697480" y="19659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697480" y="25786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00:10–00:50   시작 전에 함께 확인하는 진행 원칙 네 가지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3749040"/>
            <a:ext cx="2464994" cy="2286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968496"/>
            <a:ext cx="19163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4297680"/>
            <a:ext cx="19163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13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프롬프트는 복사해서</a:t>
            </a:r>
            <a:endParaRPr lang="en-US" sz="1250" dirty="0"/>
          </a:p>
          <a:p>
            <a:pPr indent="0" marL="0">
              <a:lnSpc>
                <a:spcPts val="1813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붙여넣습니다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97280" y="4892040"/>
            <a:ext cx="191635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직접 입력하는 순간은 오늘 한 번도 없습니다.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16554" y="3749040"/>
            <a:ext cx="2464994" cy="2286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0874" y="3968496"/>
            <a:ext cx="19163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0874" y="4297680"/>
            <a:ext cx="19163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13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계획을 먼저 보고</a:t>
            </a:r>
            <a:endParaRPr lang="en-US" sz="1250" dirty="0"/>
          </a:p>
          <a:p>
            <a:pPr indent="0" marL="0">
              <a:lnSpc>
                <a:spcPts val="1813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실행을 승인합니다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790874" y="4892040"/>
            <a:ext cx="191635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Shift+Tab을 두 번 누르면 계획 모드입니다. 파일을 고치지 않고 계획만 제안하므로, 읽고 승인한 뒤 실행합니다. 실행 중 확인(y/n)이 떠도 마찬가지입니다.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0148" y="3749040"/>
            <a:ext cx="2464994" cy="2286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84468" y="3968496"/>
            <a:ext cx="19163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84468" y="4297680"/>
            <a:ext cx="19163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13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생성된 코드가 서로 달라도</a:t>
            </a:r>
            <a:endParaRPr lang="en-US" sz="1250" dirty="0"/>
          </a:p>
          <a:p>
            <a:pPr indent="0" marL="0">
              <a:lnSpc>
                <a:spcPts val="1813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정상입니다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84468" y="4892040"/>
            <a:ext cx="191635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아니라 결과를 검증하는 방식으로 진행합니다.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03741" y="3749040"/>
            <a:ext cx="2464994" cy="2286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78061" y="3968496"/>
            <a:ext cx="19163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78061" y="4297680"/>
            <a:ext cx="19163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13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수치는 PC마다</a:t>
            </a:r>
            <a:endParaRPr lang="en-US" sz="1250" dirty="0"/>
          </a:p>
          <a:p>
            <a:pPr indent="0" marL="0">
              <a:lnSpc>
                <a:spcPts val="1813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다릅니다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78061" y="4892040"/>
            <a:ext cx="191635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절대값이 아니라 몇 배 차이인지를 봅니다.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실습 0 · 00:10–00:13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122676" y="516636"/>
            <a:ext cx="8246059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0-1. 열고, 이동하고, 복사하고, 실행합니다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1교시에 만든 프로젝트 폴더를 그대로 사용합니다.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48840"/>
          <a:ext cx="10545775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4379976"/>
                <a:gridCol w="4016959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포인트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0-1  PowerShell 열기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[시작] → 검색창에 powershell 입력 → [Windows PowerShell] 클릭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창에 PS C:\Users\사용자이름 &gt; 이 표시됩니다.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0-2  프로젝트 폴더 이동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cd $HOME\kisti-lab 입력 후 Enter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프롬프트가 ...\kisti-lab &gt; 으로 바뀝니다.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0-3  데이터 복사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탐색기에서 sensor_data_large.csv 를 kisti-lab\data 에 붙여넣기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data 폴더에 파일이 보이고, 크기가 약 118MB입니다.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0-4  Claude Code 실행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입력 후 Enter. 이전 대화가 이어지면 /clear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Code 대화 입력 화면이 나타납니다.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166360"/>
            <a:ext cx="10545775" cy="914400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5385816"/>
            <a:ext cx="99971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발생하는 문제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7280" y="5715000"/>
            <a:ext cx="99971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0-2에서 "경로를 찾을 수 없습니다"가 나오면 1교시 폴더 이름이 다른 경우입니다. 손을 들어 조교를 불러 주세요.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실습 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775079" y="516636"/>
            <a:ext cx="9593656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0-2. 설치도 직접 하지 않고 요청합니다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쓸지 이름으로 알려주고 나머지는 맡깁니다.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10545775" cy="1600200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94560"/>
            <a:ext cx="45720" cy="1600200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414016"/>
            <a:ext cx="99239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복사용 프롬프트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70432" y="2761488"/>
            <a:ext cx="992398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프로젝트에서 pandas, duckdb, polars, pyarrow, psutil 라이브러리를 사용할 거야.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uv를 사용해서 이 프로젝트 환경에 설치해줘.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설치가 끝나면 각 라이브러리의 설치된 버전을 한 줄씩 출력해서 확인시켜줘.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977640"/>
            <a:ext cx="10545775" cy="13716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197096"/>
            <a:ext cx="99971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" y="4526280"/>
            <a:ext cx="99971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후 버전이 출력됩니다. pandas 3.0.x / duckdb 1.5.x / polars 1.43.x 수준이면 정상입니다(2026년 8월 기준).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오류가 나면 부록 A1의 2번 대처(오류 전문을 그대로 붙여넣기)로 넘어갑니다.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5532120"/>
            <a:ext cx="10545775" cy="640080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5532120"/>
            <a:ext cx="99605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라이브러리를 쓸지 사람이 이름으로 지정해 주는 것이 이 강의의 방식입니다.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실습 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775079" y="516636"/>
            <a:ext cx="9593656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0-3. 큰 파일을 열 때는 조건 한 줄을 붙입니다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"전체를 메모리에 올리지 말고"라는 조건이 이 프롬프트의 핵심입니다.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10545775" cy="1874520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94560"/>
            <a:ext cx="45720" cy="1874520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414016"/>
            <a:ext cx="99239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복사용 프롬프트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70432" y="2761488"/>
            <a:ext cx="992398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폴더의 sensor_data_large.csv가 어떤 파일인지 파악해줘.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크기(MB), 대략적인 행 수, 컬럼 이름과 자료형, 앞 5행 샘플을 보여줘.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파일 전체를 한 번에 메모리에 올리지 말고 앞부분 일부만 읽는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안전한 방법으로 확인해줘.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4251960"/>
            <a:ext cx="5144872" cy="16002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471416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" y="4800600"/>
            <a:ext cx="459623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 수 약 300만, 컬럼 5개(timestamp, sensor_id, temperature, humidity, status)가 보고됩니다.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timestamp 형식이 여러 가지로 섞여 있다는 언급이 나오면 더 좋습니다.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23864" y="4251960"/>
            <a:ext cx="5144872" cy="1600200"/>
          </a:xfrm>
          <a:prstGeom prst="rect">
            <a:avLst/>
          </a:prstGeom>
          <a:solidFill>
            <a:srgbClr val="221F16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8184" y="4471416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사고방식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98184" y="4800600"/>
            <a:ext cx="459623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파일을 다룰 때는 "전체를 올리지 말고 일부만 확인해줘"를 습관처럼 붙입니다. 파악 단계에서 노트북이 멈추는 일을 막아 줍니다.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618488" y="516636"/>
            <a:ext cx="9750247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일부러 결함을 넣은 300만 행 센서 로그를 사용합니다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2026-03-01부터 90일 동안, 센서 50개(S001~S050)가 약 130초 간격으로 기록한 형태의 합성 데이터입니다.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2464994" cy="868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94560"/>
            <a:ext cx="24649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3,000,000</a:t>
            </a:r>
            <a:pPr algn="ctr" indent="0" marL="0">
              <a:buNone/>
            </a:pPr>
            <a:r>
              <a:rPr lang="en-US" sz="11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행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516554" y="2194560"/>
            <a:ext cx="2464994" cy="868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6554" y="2194560"/>
            <a:ext cx="24649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118</a:t>
            </a:r>
            <a:pPr algn="ctr" indent="0" marL="0">
              <a:buNone/>
            </a:pPr>
            <a:r>
              <a:rPr lang="en-US" sz="11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MB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10148" y="2194560"/>
            <a:ext cx="2464994" cy="868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0148" y="2194560"/>
            <a:ext cx="24649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 × 90</a:t>
            </a:r>
            <a:pPr algn="ctr" indent="0" marL="0">
              <a:buNone/>
            </a:pPr>
            <a:r>
              <a:rPr lang="en-US" sz="11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센서 × 일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903741" y="2194560"/>
            <a:ext cx="2464994" cy="868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03741" y="2194560"/>
            <a:ext cx="24649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4,500</a:t>
            </a:r>
            <a:pPr algn="ctr" indent="0" marL="0">
              <a:buNone/>
            </a:pPr>
            <a:r>
              <a:rPr lang="en-US" sz="11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행 (집계 결과)</a:t>
            </a:r>
            <a:endParaRPr lang="en-US" sz="2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291840"/>
          <a:ext cx="1054577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608015"/>
                <a:gridCol w="25603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심어 둔 결함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처리할 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timestamp 형식 혼재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2026-03-01T09:02:10 (70%) / 2026/03/01 09:02 (20%) / 01 Mar 2026 9:02 (10%)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 1. 형식 통일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 표기 혼재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OK / ok / Ok / ERROR / error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 2. 표기 통일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temperature 이상치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센서 오류 코드 -999, 9999가 약 0.5% 포함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 3. 불가능한 값 제거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temperature 결측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3%가 빈 값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 4. 센서별 중앙값 대체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humidity 결측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1%. 오늘은 다루지 않고 이후 교시에서 사용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실습 1 · 00:13–00:21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122676" y="516636"/>
            <a:ext cx="8246059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1. 먼저 pandas로 구현합니다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작업을 두 번 요청합니다. 첫 번째는 pandas, 두 번째는 DuckDB입니다. AI가 알아서 고르게 두지 않고 사람이 지정합니다.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10545775" cy="3703320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94560"/>
            <a:ext cx="45720" cy="3703320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414016"/>
            <a:ext cx="99239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복사용 프롬프트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70432" y="2761488"/>
            <a:ext cx="9923983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data/sensor_data_large.csv를 전처리하고 집계하는 파이썬 스크립트를 작성해줘.</a:t>
            </a:r>
            <a:endParaRPr lang="en-US" sz="10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 pandas 라이브러리만 사용해서 구현해. duckdb, polars 등 다른 데이터 처리 라이브러리는 쓰지 마.</a:t>
            </a:r>
            <a:endParaRPr lang="en-US" sz="1000" dirty="0"/>
          </a:p>
          <a:p>
            <a:pPr indent="0" marL="0">
              <a:lnSpc>
                <a:spcPts val="1550"/>
              </a:lnSpc>
              <a:buNone/>
            </a:pPr>
            <a:endParaRPr lang="en-US" sz="10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할 작업:</a:t>
            </a:r>
            <a:endParaRPr lang="en-US" sz="10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timestamp 컬럼에 여러 날짜 형식이 섞여 있으니 하나의 datetime으로 통일해줘.</a:t>
            </a:r>
            <a:endParaRPr lang="en-US" sz="10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status 컬럼의 대소문자 표기를 통일해줘.</a:t>
            </a:r>
            <a:endParaRPr lang="en-US" sz="10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temperature가 물리적으로 불가능한 값(-50 미만 또는 100 초과, 예: -999, 9999)인 행은 제거해줘.</a:t>
            </a:r>
            <a:endParaRPr lang="en-US" sz="10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temperature의 결측치는 같은 sensor_id의 중앙값으로 채워줘.</a:t>
            </a:r>
            <a:endParaRPr lang="en-US" sz="10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sensor_id별, 날짜별로 temperature의 평균·최소·최대와 측정 건수를 집계해줘.</a:t>
            </a:r>
            <a:endParaRPr lang="en-US" sz="10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집계 결과를 sensor_id, 날짜 순으로 정렬해서 results/agg_pandas.csv로 저장해줘.</a:t>
            </a:r>
            <a:endParaRPr lang="en-US" sz="1000" dirty="0"/>
          </a:p>
          <a:p>
            <a:pPr indent="0" marL="0">
              <a:lnSpc>
                <a:spcPts val="1550"/>
              </a:lnSpc>
              <a:buNone/>
            </a:pPr>
            <a:endParaRPr lang="en-US" sz="10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 파일명은 scripts/prep_pandas.py로 해줘.</a:t>
            </a:r>
            <a:endParaRPr lang="en-US" sz="10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 안에서 전체 실행 시간(초)과 최대 메모리 사용량(MB)을 측정해 마지막에 출력하도록 만들어줘.</a:t>
            </a:r>
            <a:endParaRPr lang="en-US" sz="10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작성이 끝나면 바로 실행하고, 결과를 3줄로 요약해줘.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실습 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775079" y="516636"/>
            <a:ext cx="9593656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번째 기준값을 적어 둡니다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수치가 실습 3에서 만들 비교표의 기준이 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5144872" cy="17373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368296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2697480"/>
            <a:ext cx="45962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scripts/prep_pandas.py 와 results/agg_pandas.csv 가 생성되었습니다.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"실행 시간: OO초 / 최대 메모리: OOMB" 형태로 출력됩니다.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23864" y="2148840"/>
            <a:ext cx="5144872" cy="1737360"/>
          </a:xfrm>
          <a:prstGeom prst="rect">
            <a:avLst/>
          </a:prstGeom>
          <a:solidFill>
            <a:srgbClr val="221F16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8184" y="2368296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PC 수치 기록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98184" y="2697480"/>
            <a:ext cx="45962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2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시간            </a:t>
            </a:r>
            <a:pPr indent="0" marL="0">
              <a:lnSpc>
                <a:spcPts val="2600"/>
              </a:lnSpc>
              <a:buNone/>
            </a:pPr>
            <a:r>
              <a:rPr lang="en-US" sz="12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________ 초
</a:t>
            </a:r>
            <a:pPr indent="0" marL="0">
              <a:lnSpc>
                <a:spcPts val="2600"/>
              </a:lnSpc>
              <a:buNone/>
            </a:pPr>
            <a:r>
              <a:rPr lang="en-US" sz="12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메모리        </a:t>
            </a:r>
            <a:pPr indent="0" marL="0">
              <a:lnSpc>
                <a:spcPts val="2600"/>
              </a:lnSpc>
              <a:buNone/>
            </a:pPr>
            <a:r>
              <a:rPr lang="en-US" sz="12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________ MB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114800"/>
            <a:ext cx="10545775" cy="960120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334256"/>
            <a:ext cx="99971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참고치 (강사 사전 실측, 절대값 아님)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" y="4663440"/>
            <a:ext cx="99971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 약 11.5초 / 약 795MB. PC 사양에 따라 크게 달라집니다. 절대값이 아니라 뒤에서 볼 배율이 중요합니다.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5212080"/>
            <a:ext cx="10545775" cy="960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5431536"/>
            <a:ext cx="99971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부족으로 멈춘 경우 (pandas 한계를 직접 보는 정상적인 상황)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" y="5760720"/>
            <a:ext cx="99971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A1의 1번 대처를 사용합니다. 청크 처리로 수정을 요청하거나, 예비 파일 sensor_data_small.csv로 교체합니다.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실습 2 · 00:21–00:28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122676" y="516636"/>
            <a:ext cx="8246059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2. 바뀌는 것은 라이브러리 이름 하나입니다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내용은 그대로 두고 도구만 DuckDB로 바꿔 다시 요청합니다.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10545775" cy="3063240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94560"/>
            <a:ext cx="45720" cy="3063240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414016"/>
            <a:ext cx="99239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복사용 프롬프트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70432" y="2761488"/>
            <a:ext cx="9923983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prep_pandas.py가 수행한 것과 완전히 동일한 전처리·집계 작업을,</a:t>
            </a:r>
            <a:endParaRPr lang="en-US" sz="10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이번에는 반드시 DuckDB만 사용해서 구현해줘. pandas로 데이터를 처리하는 부분이 있어서는 안 돼.</a:t>
            </a:r>
            <a:endParaRPr lang="en-US" sz="1050" dirty="0"/>
          </a:p>
          <a:p>
            <a:pPr indent="0" marL="0">
              <a:lnSpc>
                <a:spcPts val="1650"/>
              </a:lnSpc>
              <a:buNone/>
            </a:pPr>
            <a:endParaRPr lang="en-US" sz="10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조건:</a:t>
            </a:r>
            <a:endParaRPr lang="en-US" sz="10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입력: data/sensor_data_large.csv (동일)</a:t>
            </a:r>
            <a:endParaRPr lang="en-US" sz="10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처리 규칙 6가지도 완전히 동일 (timestamp 통일, status 표기 통일, 불가능한 temperature 행 제거,</a:t>
            </a:r>
            <a:endParaRPr lang="en-US" sz="10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sensor_id별 중앙값으로 결측 대체, sensor_id·날짜별 평균/최소/최대/건수 집계, 동일 기준 정렬)</a:t>
            </a:r>
            <a:endParaRPr lang="en-US" sz="10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출력: results/agg_duckdb.csv</a:t>
            </a:r>
            <a:endParaRPr lang="en-US" sz="10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스크립트: scripts/prep_duckdb.py</a:t>
            </a:r>
            <a:endParaRPr lang="en-US" sz="10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동일하게 실행 시간(초)과 최대 메모리 사용량(MB)을 측정해 출력</a:t>
            </a:r>
            <a:endParaRPr lang="en-US" sz="10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후 바로 실행하고 결과를 3줄로 요약해줘.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5440680"/>
            <a:ext cx="10545775" cy="685800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5440680"/>
            <a:ext cx="99605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"완전히 동일한", "반드시 DuckDB만"처럼 조건을 못 박는 표현이 비교를 가능하게 만듭니다.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실습 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775079" y="516636"/>
            <a:ext cx="9593656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답을 향해, 몇 배 빠르게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번째 수치를 기록하고, 화면에 보이는 낯선 코드에 대해 정리합니다.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5144872" cy="17830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368296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2697480"/>
            <a:ext cx="459623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scripts/prep_duckdb.py 와 results/agg_duckdb.csv 가 생성되었습니다.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시간이 실습 1보다 뚜렷하게 짧고, 최대 메모리도 훨씬 작습니다.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참고치: DuckDB 약 2.6초 / 약 316MB (pandas 대비 시간 약 1/4, 메모리 절반 이하)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23864" y="2148840"/>
            <a:ext cx="5144872" cy="1783080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8184" y="2368296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Code가 작성한 SQL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98184" y="2697480"/>
            <a:ext cx="45962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6BF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sensor_id,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6BF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date_trunc('day', ts) AS d,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6BF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avg(temperature), min(temperature),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6BF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max(temperature), count(*)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6BF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read_csv('...')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6BF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1, 2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6BF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1, 2;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" y="4160520"/>
            <a:ext cx="10545775" cy="1234440"/>
          </a:xfrm>
          <a:prstGeom prst="rect">
            <a:avLst/>
          </a:prstGeom>
          <a:solidFill>
            <a:srgbClr val="221F16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379976"/>
            <a:ext cx="99971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SQL을 몰라도 됩니다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" y="4709160"/>
            <a:ext cx="9997135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한국어로 요청했고, SQL은 Claude Code가 작성했으며, 고칠 때도 한국어로 요청하면 됩니다. 읽을 필요는 없습니다.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5532120"/>
            <a:ext cx="10545775" cy="658368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5532120"/>
            <a:ext cx="99605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 "DuckDB는 SQL로 말을 거는 도구"라는 사실 하나는 기억해 둡니다. 나중에 오류 메시지에 SQL이 섞여 나오면 어느 쪽 문제인지 짐작할 수 있습니다.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실습 3 · 00:28–00:38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122676" y="516636"/>
            <a:ext cx="8246059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3. 빨라진 버전이 같은 답을 내는지 확인합니다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빠르지만 틀린 결과는 연구에서 가장 위험합니다. 이 검증도 눈으로 하지 않고 AI에게 맡깁니다.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10545775" cy="3429000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94560"/>
            <a:ext cx="45720" cy="3429000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414016"/>
            <a:ext cx="99239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복사용 프롬프트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70432" y="2761488"/>
            <a:ext cx="9923983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scripts/prep_pandas.py와 scripts/prep_duckdb.py 두 스크립트에 대해 다음을 순서대로 해줘.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두 스크립트를 각각 한 번씩 다시 실행해서 실행 시간(초)과 최대 메모리(MB)를 측정해줘.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측정 결과를 아래 형식의 markdown 표로 만들어 reports/benchmark.md 파일로 저장해줘.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| 구현 | 실행 시간(초) | 최대 메모리(MB) | pandas 대비 |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results/agg_pandas.csv와 results/agg_duckdb.csv의 결과가 일치하는지 검증해줘.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행 수와 컬럼 구성이 같은지 확인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두 파일을 같은 기준(sensor_id, 날짜)으로 정렬한 뒤 비교해서, 정렬 순서 차이로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생기는 불일치는 무시되게 해줘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숫자 값은 부동소수점 오차를 감안해 차이가 1e-6 이내면 일치로 판정해줘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검증 결과(일치 여부, 검사한 항목, 판정 기준)를 reports/benchmark.md 맨 아래에 추가해줘.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만약 일치하지 않는 부분이 있으면, 어떤 컬럼의 어떤 값이 왜 다른지 원인을 분석해서 보고해줘.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5806440"/>
            <a:ext cx="10545775" cy="457200"/>
          </a:xfrm>
          <a:prstGeom prst="rect">
            <a:avLst/>
          </a:prstGeom>
          <a:solidFill>
            <a:srgbClr val="221F16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5806440"/>
            <a:ext cx="99605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프롬프트의 핵심  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3번의 세 가지 조건입니다. 행·컬럼 확인, 정렬 후 비교, 1e-6 허용 오차.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실습 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775079" y="516636"/>
            <a:ext cx="9593656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비교표와 검증 기록이 한 파일에 모입니다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reports/benchmark.md 가 오늘의 대표 산출물입니다. 수치는 PC마다 다릅니다.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94560"/>
          <a:ext cx="1054577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2651760"/>
                <a:gridCol w="313913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시간(초)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최대 메모리(MB)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pandas 대비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pandas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795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DuckDB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4.4배 빠름, 메모리 60% 절감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3794760"/>
            <a:ext cx="5144872" cy="13258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4014216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7280" y="4343400"/>
            <a:ext cx="45962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비교표에 pandas와 DuckDB 두 행이 있고 배율이 적혀 있습니다.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결과가 "일치"로 보고되었습니다.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23864" y="3794760"/>
            <a:ext cx="5144872" cy="1325880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23864" y="3794760"/>
            <a:ext cx="45720" cy="1325880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71336" y="4014216"/>
            <a:ext cx="452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확인용 추가 프롬프트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571336" y="4343400"/>
            <a:ext cx="4523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reports/benchmark.md 내용을 보여주고, 비교표의 의미를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비전공자에게 설명하듯 요약해줘.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22960" y="5285232"/>
            <a:ext cx="10545775" cy="932688"/>
          </a:xfrm>
          <a:prstGeom prst="rect">
            <a:avLst/>
          </a:prstGeom>
          <a:solidFill>
            <a:srgbClr val="221F16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97280" y="5504688"/>
            <a:ext cx="99971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불일치가 나온 경우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97280" y="5833872"/>
            <a:ext cx="99971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실패가 아닙니다. 원인 분석 화면을 함께 보면 검증이 왜 필요한지 가장 잘 전달됩니다.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실습 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775079" y="516636"/>
            <a:ext cx="9593656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없이 "결과 같아?"라고 물으면 답이 애매해집니다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같다고 볼 것인지 판정 기준까지 함께 주는 것이 검증 요청의 기술입니다.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5144872" cy="23317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414016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함정 1 · 부동소수점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2743200"/>
            <a:ext cx="459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8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평균도 소수점 아래에서 달라집니다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97280" y="3154680"/>
            <a:ext cx="459623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23.4500000001      vs      23.45
</a:t>
            </a:r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순서가 다르면 마지막 자리에서 미세한 차이가 생깁니다. 그대로 비교하면 전부 불일치로 나옵니다.
</a:t>
            </a:r>
            <a:pPr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해결: "차이가 1e-6 이내면 일치로 판정해줘"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23864" y="2194560"/>
            <a:ext cx="5144872" cy="23317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8184" y="2414016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함정 2 · 정렬 순서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98184" y="2743200"/>
            <a:ext cx="459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8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내용도 줄 순서가 다를 수 있습니다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98184" y="3154680"/>
            <a:ext cx="459623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내용은 같고 순서만 다른 두 파일
</a:t>
            </a:r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위에서부터 한 줄씩 맞춰 보면 모든 행이 불일치로 판정됩니다.
</a:t>
            </a:r>
            <a:pPr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해결: "같은 기준으로 정렬한 뒤 비교해줘"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4754880"/>
            <a:ext cx="10545775" cy="1280160"/>
          </a:xfrm>
          <a:prstGeom prst="rect">
            <a:avLst/>
          </a:prstGeom>
          <a:solidFill>
            <a:srgbClr val="221F16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974336"/>
            <a:ext cx="99971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" y="5303520"/>
            <a:ext cx="9997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8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같다고 볼 것인가를 정하는 일은, 실험에서 허용 오차를 정하는 일과 같습니다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97280" y="5715000"/>
            <a:ext cx="999713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 오차 없는 비교를 요구하면 의미 없는 불일치만 쌓입니다.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실습 4 · 00:38–00:46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122676" y="516636"/>
            <a:ext cx="8246059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4. 파일 형식만 바꿔 다시 측정합니다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변환, 재구현, 재측정, 재검증을 한 번의 요청으로 진행합니다.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10545775" cy="3017520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94560"/>
            <a:ext cx="45720" cy="3017520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414016"/>
            <a:ext cx="99239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복사용 프롬프트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70432" y="2761488"/>
            <a:ext cx="992398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data/sensor_data_large.csv를 Parquet 형식으로 변환해서 data/sensor_data_large.parquet으로 저장해줘.</a:t>
            </a:r>
            <a:endParaRPr lang="en-US" sz="10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변환 전(CSV)과 후(Parquet)의 파일 크기를 MB 단위로 비교해서 알려줘.</a:t>
            </a:r>
            <a:endParaRPr lang="en-US" sz="10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scripts/prep_duckdb.py와 동일한 전처리·집계를 Parquet 파일을 입력으로 받는 버전으로 만들어</a:t>
            </a:r>
            <a:endParaRPr lang="en-US" sz="10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scripts/prep_duckdb_parquet.py로 저장하고 실행해줘. 결과는 results/agg_duckdb_parquet.csv로 저장.</a:t>
            </a:r>
            <a:endParaRPr lang="en-US" sz="10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실행 시간과 최대 메모리를 측정해서 reports/benchmark.md의 비교표에</a:t>
            </a:r>
            <a:endParaRPr lang="en-US" sz="10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'DuckDB + Parquet' 행을 추가해 갱신해줘.</a:t>
            </a:r>
            <a:endParaRPr lang="en-US" sz="10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results/agg_duckdb_parquet.csv가 기존 results/agg_pandas.csv와 일치하는지도</a:t>
            </a:r>
            <a:endParaRPr lang="en-US" sz="10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아까와 같은 기준(정렬 후 비교, 1e-6 허용 오차)으로 검증해서 결과를 benchmark.md에 추가해줘.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5394960"/>
            <a:ext cx="10545775" cy="731520"/>
          </a:xfrm>
          <a:prstGeom prst="rect">
            <a:avLst/>
          </a:prstGeom>
          <a:solidFill>
            <a:srgbClr val="221F16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5394960"/>
            <a:ext cx="99605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눈여겨볼 점  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5번입니다. 무엇을 바꾸든 검증은 항상 처음 만든 pandas 결과를 기준으로 대조합니다.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실습 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775079" y="516636"/>
            <a:ext cx="9593656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파일은 1/5에서 1/10로, 속도는 한 단계 더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비교표가 세 행으로 완성됩니다.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2743200" cy="1005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225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59689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118MB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0" y="21945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2194560"/>
            <a:ext cx="2743200" cy="100584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23225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Parquet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0" y="259689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2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1/5 ~ 1/10 크기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0" y="2194560"/>
            <a:ext cx="4053535" cy="1005840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2414016"/>
            <a:ext cx="35048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589520" y="2743200"/>
            <a:ext cx="3504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Parquet 파일 크기가 CSV의 대략 1/5 ~ 1/10입니다.</a:t>
            </a:r>
            <a:endParaRPr lang="en-US" sz="10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520440"/>
          <a:ext cx="1054577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377440"/>
                <a:gridCol w="2651760"/>
                <a:gridCol w="259049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시간(초)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최대 메모리(MB)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pandas 대비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pandas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(내 값)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(내 값)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DuckDB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(내 값)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(내 값)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DuckDB + Parquet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(내 값)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(내 값)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822960" y="5532120"/>
            <a:ext cx="10545775" cy="685800"/>
          </a:xfrm>
          <a:prstGeom prst="rect">
            <a:avLst/>
          </a:prstGeom>
          <a:solidFill>
            <a:srgbClr val="221F16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97280" y="5751576"/>
            <a:ext cx="99971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여기까지 왔다면 대용량에도 견디는 개선 스크립트와 최적화 전후 비교표가 손에 있습니다. 오늘의 결과물이 완성되었습니다.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시연 · 00:46–00:50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966085" y="516636"/>
            <a:ext cx="840265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바뀌어도 요청하는 방법은 같습니다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 시연입니다. 순위는 데이터와 작업에 따라 바뀌므로 Polars가 항상 더 빠르다고 외울 필요는 없습니다.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03120"/>
            <a:ext cx="45720" cy="2377440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322576"/>
            <a:ext cx="99239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프롬프트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70432" y="2670048"/>
            <a:ext cx="992398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전처리·집계 작업을 이번에는 반드시 Polars만 사용해서 구현해줘.</a:t>
            </a:r>
            <a:endParaRPr lang="en-US" sz="10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평가(lazy) 방식으로 scan_csv를 써서 처리하고, 실행은 스트리밍 엔진으로 해줘</a:t>
            </a:r>
            <a:endParaRPr lang="en-US" sz="10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(collect(engine="streaming")).</a:t>
            </a:r>
            <a:endParaRPr lang="en-US" sz="10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스크립트는 scripts/prep_polars.py, 결과는 results/agg_polars.csv로 저장해줘.</a:t>
            </a:r>
            <a:endParaRPr lang="en-US" sz="10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시간과 최대 메모리를 측정해 reports/benchmark.md 비교표에</a:t>
            </a:r>
            <a:endParaRPr lang="en-US" sz="10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'Polars' 행을 추가하고, results/agg_polars.csv가 results/agg_pandas.csv와</a:t>
            </a:r>
            <a:endParaRPr lang="en-US" sz="10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일치하는지도 같은 기준(정렬 후 비교, 1e-6 허용 오차)으로 검증해서</a:t>
            </a:r>
            <a:endParaRPr lang="en-US" sz="10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benchmark.md에 기록해줘.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4617720"/>
            <a:ext cx="3362858" cy="14173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4617720"/>
            <a:ext cx="3362858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892040"/>
            <a:ext cx="28142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관전 포인트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" y="5221224"/>
            <a:ext cx="281421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구조가 실습 2와 완전히 같습니다. 바뀐 것은 도구 이름뿐입니다.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14418" y="4617720"/>
            <a:ext cx="3362858" cy="14173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14418" y="4617720"/>
            <a:ext cx="3362858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8738" y="4892040"/>
            <a:ext cx="28142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관전 포인트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88738" y="5221224"/>
            <a:ext cx="281421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코드에 scan_csv, collect(engine="streaming")이 보입니다. 지연 평가와 스트리밍이 실제로 쓰이는 순간입니다.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05877" y="4617720"/>
            <a:ext cx="3362858" cy="14173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5877" y="4617720"/>
            <a:ext cx="3362858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80197" y="4892040"/>
            <a:ext cx="28142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관전 포인트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80197" y="5221224"/>
            <a:ext cx="281421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기준도 동일합니다. pandas 결과와의 일치까지 한 프롬프트에 담깁니다.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618488" y="516636"/>
            <a:ext cx="9750247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남는 것은 순위가 아니라 명시 · 측정 · 검증의 절차입니다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한 일을 세 단계로 줄이면 이렇게 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3362858" cy="2011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286000"/>
            <a:ext cx="3362858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560320"/>
            <a:ext cx="28142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" y="2889504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90"/>
              </a:lnSpc>
              <a:buNone/>
            </a:pPr>
            <a:r>
              <a:rPr lang="en-US" sz="2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명시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3438144"/>
            <a:ext cx="281421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라이브러리를 지정해서 요청합니다.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 · 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14418" y="2286000"/>
            <a:ext cx="3362858" cy="2011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4418" y="2286000"/>
            <a:ext cx="3362858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8738" y="2560320"/>
            <a:ext cx="28142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88738" y="2889504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90"/>
              </a:lnSpc>
              <a:buNone/>
            </a:pPr>
            <a:r>
              <a:rPr lang="en-US" sz="2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88738" y="3438144"/>
            <a:ext cx="281421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시간과 메모리를 측정하게 합니다.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05877" y="2286000"/>
            <a:ext cx="3362858" cy="2011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05877" y="2286000"/>
            <a:ext cx="3362858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80197" y="2560320"/>
            <a:ext cx="28142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80197" y="2889504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90"/>
              </a:lnSpc>
              <a:buNone/>
            </a:pPr>
            <a:r>
              <a:rPr lang="en-US" sz="2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80197" y="3438144"/>
            <a:ext cx="281421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일치하는지 확인하게 합니다.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3 · 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4663440"/>
            <a:ext cx="10545775" cy="1371600"/>
          </a:xfrm>
          <a:prstGeom prst="rect">
            <a:avLst/>
          </a:prstGeom>
          <a:solidFill>
            <a:srgbClr val="221F16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4882896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표를 채운 사람은 오늘 성능 엔지니어의 작업 절차를 그대로 수행한 것입니다.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" y="5340096"/>
            <a:ext cx="99971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도구가 유행하든 이 절차는 그대로 쓸 수 있습니다. 도구 이름만 바꿔서 다시 요청하면 됩니다.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2331720" y="1965960"/>
            <a:ext cx="0" cy="118872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697480" y="19659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697480" y="25786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00:50–01:00   오늘 배운 내용을 요청 문장 사전 한 장으로 압축합니다.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3749040"/>
            <a:ext cx="3362858" cy="2286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968496"/>
            <a:ext cx="28142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치트시트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4297680"/>
            <a:ext cx="2814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13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 유형별 요청 문장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97280" y="4892040"/>
            <a:ext cx="281421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증상을 보고 무엇을 요청할지 고르는 표 한 장입니다.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14418" y="3749040"/>
            <a:ext cx="3362858" cy="2286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8738" y="3968496"/>
            <a:ext cx="28142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문장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88738" y="4297680"/>
            <a:ext cx="2814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13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측정과 검증 요청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88738" y="4892040"/>
            <a:ext cx="281421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요청을 하든 마지막에 덧붙이는 한 문장입니다.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5877" y="3749040"/>
            <a:ext cx="3362858" cy="2286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80197" y="3968496"/>
            <a:ext cx="28142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체크리스트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80197" y="4297680"/>
            <a:ext cx="2814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13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결과물 확인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80197" y="4892040"/>
            <a:ext cx="281421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폴더에 남은 파일 네 가지를 함께 확인합니다.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정리 · 00:50–01:00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966085" y="516636"/>
            <a:ext cx="840265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 유형별 요청 치트시트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지식이 아니라 요청 문장 사전입니다. 배포 자료에서 가장 오래 쓰이는 페이지입니다.</a:t>
            </a:r>
            <a:endParaRPr lang="en-US" sz="13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48840"/>
          <a:ext cx="1054577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828800"/>
                <a:gridCol w="560801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 (무엇이 느린가)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병목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Code에 이렇게 요청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CSV를 읽다가 메모리 부족, PC 멈춤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 (전량 적재)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"전부 메모리에 올리지 말고 DuckDB로 처리하도록 바꿔줘"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groupby, merge 집계가 몇 분씩 걸림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연산 (단일 코어)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"이 집계를 DuckDB(또는 Polars)로 다시 구현하고, 결과 일치 검증까지 해줘"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큰 CSV를 매번 반복해서 읽음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 파싱 · 입출력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"이 CSV를 Parquet으로 변환하고, 이후 스크립트는 Parquet을 읽도록 수정해줘"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문자열 정제, 형식 변환이 유난히 느림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문자열 연산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"문자열 처리 부분을 Polars로 옮겨서 다시 구현해줘"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작성한 수식, 시뮬레이션 for 루프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CPU 계산 루프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"이 함수를 Numba로 가속할 수 있는지 검토해줘" (읽기·집계에는 효과 없음)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무엇이 느린지 모르겠음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"이 스크립트를 프로파일링해서 가장 오래 걸리는 부분을 찾고, 최적화 방안을 제안해줘"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정리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618488" y="516636"/>
            <a:ext cx="9750247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요청이든 끝에 붙일 한 문장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치트시트의 어느 행을 쓰든, 마지막에 항상 이 문장을 덧붙입니다.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10545775" cy="1051560"/>
          </a:xfrm>
          <a:prstGeom prst="rect">
            <a:avLst/>
          </a:prstGeom>
          <a:solidFill>
            <a:srgbClr val="221F16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48840"/>
            <a:ext cx="45720" cy="1051560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7008" y="2148840"/>
            <a:ext cx="98142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"…그리고 바꾸기 전과 후의 실행 시간을 측정해 비교표로 만들고,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기존과 일치하는지 검증해줘."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결과물 체크리스트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977640"/>
            <a:ext cx="10545775" cy="47548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97764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89888" y="397764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scripts/  prep_pandas.py, prep_duckdb.py, prep_duckdb_parquet.py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52360" y="397764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스크립트 3종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4544568"/>
            <a:ext cx="10545775" cy="47548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454456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89888" y="454456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reports/  benchmark.md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52360" y="454456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 전후 비교표와 결과 일치 검증 기록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5111496"/>
            <a:ext cx="10545775" cy="47548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5111496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89888" y="5111496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data/  sensor_data_large.parquet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52360" y="511149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분석용 고속 사본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" y="5678424"/>
            <a:ext cx="10545775" cy="47548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567842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89888" y="567842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(머릿속)  병목 유형별 요청 치트시트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52360" y="567842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이후 실제로 계속 쓰게 될 것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정리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618488" y="516636"/>
            <a:ext cx="9750247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절차를 다음에도 그대로 쓰는 방법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조건을 매번 프롬프트에 다시 적지 않아도 되게 만드는 장치가 세 가지 있습니다. 자세한 사용법은 다음 교시에서 다룹니다.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3362858" cy="23774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94560"/>
            <a:ext cx="3362858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468880"/>
            <a:ext cx="28142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" y="2798064"/>
            <a:ext cx="2814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8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규약을 파일로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97280" y="3209544"/>
            <a:ext cx="281421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"대용량 파일은 DuckDB로 처리한다", "결과를 바꾸면 기존 결과와 일치 검증을 한다" 같은 규칙을 파일에 한 번 적어 두면 Claude Code가 매번 참고합니다.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14418" y="2194560"/>
            <a:ext cx="3362858" cy="23774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4418" y="2194560"/>
            <a:ext cx="3362858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8738" y="2468880"/>
            <a:ext cx="28142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SKILL.md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88738" y="2798064"/>
            <a:ext cx="2814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8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절차를 묶어서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88738" y="3209544"/>
            <a:ext cx="281421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측정 · 비교표 · 일치 검증 절차를 스킬로 저장해 두면, 다음부터는 짧은 한 마디로 같은 절차가 그대로 실행됩니다.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05877" y="2194560"/>
            <a:ext cx="3362858" cy="23774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05877" y="2194560"/>
            <a:ext cx="3362858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80197" y="2468880"/>
            <a:ext cx="28142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80197" y="2798064"/>
            <a:ext cx="2814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8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직접 연결해서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80197" y="3209544"/>
            <a:ext cx="281421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DuckDB MCP 서버를 붙이면 스크립트 없이도 데이터에 바로 질의할 수 있습니다. 빠른 탐색에 적합합니다.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2960" y="4846320"/>
            <a:ext cx="10545775" cy="1234440"/>
          </a:xfrm>
          <a:prstGeom prst="rect">
            <a:avLst/>
          </a:prstGeom>
          <a:solidFill>
            <a:srgbClr val="221F16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5065776"/>
            <a:ext cx="99971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 순서는 바뀌지 않습니다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" y="5394960"/>
            <a:ext cx="9997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8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탐색은 MCP로 빠르게, 논문과 보고서에 쓸 결과는 스크립트로 남깁니다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97280" y="5806440"/>
            <a:ext cx="999713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대화로 얻은 답은 다시 실행할 수 없습니다. 재현이 필요한 결과는 오늘처럼 스크립트와 검증 기록으로 남겨 둡니다.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33288" y="1691640"/>
            <a:ext cx="731520" cy="0"/>
          </a:xfrm>
          <a:prstGeom prst="line">
            <a:avLst/>
          </a:prstGeom>
          <a:noFill/>
          <a:ln w="28575">
            <a:solidFill>
              <a:srgbClr val="FFD7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057400"/>
            <a:ext cx="99971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28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코드는 한 줄도 쓰지 않았지만,</a:t>
            </a:r>
            <a:endParaRPr lang="en-US" sz="2800" dirty="0"/>
          </a:p>
          <a:p>
            <a:pPr algn="ctr" indent="0" marL="0">
              <a:lnSpc>
                <a:spcPts val="4400"/>
              </a:lnSpc>
              <a:buNone/>
            </a:pPr>
            <a:r>
              <a:rPr lang="en-US" sz="28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엔지니어의 절차를 그대로 수행한 60분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26080" y="3657600"/>
            <a:ext cx="6339535" cy="6400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0" y="3657600"/>
            <a:ext cx="6339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측정하고  →  도구를 바꿔 요청하고  →  검증하기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457200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"무엇이 느릴 때, AI에게 무엇을 요청할 것인가" — 이제 치트시트로 답할 수 있습니다.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77440" y="5257800"/>
            <a:ext cx="7436815" cy="685800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5257800"/>
            <a:ext cx="7436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교시   </a:t>
            </a:r>
            <a:pPr algn="ctr" indent="0" marL="0"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작업 방식을 매번 다시 설명하지 않아도 되도록 자산으로 만드는 방법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652778" y="516636"/>
            <a:ext cx="9715957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오류는 복사해서 붙여넣습니다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중 자주 나오는 네 가지 상황과, 그대로 붙여넣을 문장입니다.</a:t>
            </a:r>
            <a:endParaRPr lang="en-US" sz="13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94560"/>
          <a:ext cx="1054577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377440"/>
                <a:gridCol w="5882335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Code에 붙여넣을 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 1에서 PC 멈춤 또는 MemoryError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pandas가 파일 전체를 RAM에 적재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"메모리가 부족해서 실패했어. 데이터를 청크 단위로 나눠 처리하는 방식으로 prep_pandas.py를 수정해서 다시 실행해줘."  해결되지 않으면 sensor_data_small.csv로 교체합니다.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ModuleNotFoundError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라이브러리 미설치 또는 다른 환경에서 실행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전문을 복사한 뒤 "이 오류가 났어. uv 프로젝트 환경에 필요한 라이브러리를 설치하고 같은 환경에서 다시 실행해줘."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UnicodeDecodeError 등 인코딩 오류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Windows 한글(cp949)과 UTF-8 혼재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전문을 복사한 뒤 "인코딩 문제 같아. 파일 인코딩을 자동 감지해서 처리하도록 수정해줘."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 3에서 결과 불일치 판정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부동소수점, 정렬 순서, 결측 대체의 차이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"불일치가 난 컬럼과 행의 예시를 보여주고, 원인이 반올림·정렬·결측 처리 중 무엇인지 분석해줘. 계산 차이가 아니라면 비교 기준을 보정해 다시 검증해줘."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652778" y="516636"/>
            <a:ext cx="9715957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나온 질문 여섯 가지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144872" cy="13716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85416"/>
            <a:ext cx="459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6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 실제 데이터가 수십 GB인데 노트북에서 가능한가요?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97280" y="2551176"/>
            <a:ext cx="4596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경우에 따라 가능합니다. DuckDB는 메모리보다 큰 데이터를 디스크로 처리하므로, Parquet으로 변환한 뒤에는 노트북에서도 집계됩니다. 반복이 많으면 같은 프롬프트를 서버에서 그대로 쓰면 됩니다.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22960" y="3447288"/>
            <a:ext cx="5144872" cy="13716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666744"/>
            <a:ext cx="459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6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 pandas는 이제 쓰지 말아야 하나요?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97280" y="4032504"/>
            <a:ext cx="4596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아닙니다. 수십만 행 이하, 시각화 직전 손질, 다른 라이브러리와의 연결에는 여전히 표준입니다. 병목이 생겼을 때 갈아탈 도구의 이름을 알아 두는 것이 목적입니다.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2960" y="4928616"/>
            <a:ext cx="5144872" cy="13716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5148072"/>
            <a:ext cx="459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6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 1e-6보다 작은 차이면 어느 쪽이 맞는 값인가요?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97280" y="5513832"/>
            <a:ext cx="4596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맞습니다. 실수 연산의 계산 순서 차이로 생기는 미세한 반올림입니다. 측정 장비의 허용 오차와 같은 개념이므로, 판정 기준을 명시하는 습관이 필요합니다.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23864" y="1965960"/>
            <a:ext cx="5144872" cy="13716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8184" y="2185416"/>
            <a:ext cx="459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6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 Parquet은 엑셀로 열리지 않는데 공유는 어떻게 하나요?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98184" y="2551176"/>
            <a:ext cx="4596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분석용 사본 형식입니다. 전달할 때는 "이 Parquet에서 OO 조건만 뽑아 CSV로 저장해줘"라고 요청하면 됩니다. 필요한 부분만 추려 공유하는 편이 더 나은 방식입니다.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23864" y="3447288"/>
            <a:ext cx="5144872" cy="13716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8184" y="3666744"/>
            <a:ext cx="459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6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 시뮬레이션 연구자인데 Numba 실습은 왜 없나요?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98184" y="4032504"/>
            <a:ext cx="4596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Numba는 직접 작성한 수치 루프의 병목에 쓰는 도구라 오늘 주제(입출력·집계)와 처방이 다릅니다. 코드가 있으면 "프로파일링해서 병목을 찾아줘" 다음에 "Numba로 가속을 검토해줘" 순서로 요청합니다.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23864" y="4928616"/>
            <a:ext cx="5144872" cy="1371600"/>
          </a:xfrm>
          <a:prstGeom prst="rect">
            <a:avLst/>
          </a:prstGeom>
          <a:solidFill>
            <a:srgbClr val="221F16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8184" y="5148072"/>
            <a:ext cx="459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6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Q6. MCP로 AI가 데이터에 직접 질의하면 스크립트는 필요 없지 않나요?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98184" y="5513832"/>
            <a:ext cx="4596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탐색에는 편리합니다. 다만 대화로 얻은 답은 다시 실행할 수 없어, 같은 수치가 나오는지 확인할 방법이 없습니다. 보고서와 논문에 들어갈 결과는 오늘처럼 스크립트와 검증 기록으로 남깁니다.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652778" y="516636"/>
            <a:ext cx="9715957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데이터 상세 명세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1·2교시 공용 합성 데이터셋과 같은 스키마의 확장판입니다. 행 수만 늘어났습니다.</a:t>
            </a:r>
            <a:endParaRPr lang="en-US" sz="13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48840"/>
          <a:ext cx="1054577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534095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CSV, UTF-8 (BOM 없음), 헤더 1행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300만 행, 약 118MB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컬럼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timestamp(문자열) · sensor_id(S001~S050) · temperature(실수) · humidity(실수 0~100) · status(문자열)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2026-03-01부터 90일 × 센서 50개 × 약 130초 간격. 집계 결과는 정확히 4,500행(50 × 90)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예비 파일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sensor_data_small.csv — 10만 행, 약 4MB. 동일 스키마와 결함 비율, 동일 90일 기간(간격만 넓음)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재생성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generate_dataset.py (시드 고정, --rows 옵션으로 1,000만 행 약 390MB까지 확대 가능)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120640"/>
            <a:ext cx="10545775" cy="1097280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5340096"/>
            <a:ext cx="99971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 비율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7280" y="5669280"/>
            <a:ext cx="9997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timestamp 3형식(70 / 20 / 10%, 세 번째는 영문 월 표기) · status 5종 · 이상치 -999, 9999 약 0.5% · temperature 결측 약 3% · humidity 결측 약 1%(오늘 미사용)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652778" y="516636"/>
            <a:ext cx="9715957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고정 팩과 도구 버전 기준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문제로 막힐 때 사용하는 복구 방법과, 이 강의안의 최신성 근거입니다. 2026년 8월 19일 기준으로 확인했습니다.</a:t>
            </a:r>
            <a:endParaRPr lang="en-US" sz="13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48840"/>
          <a:ext cx="51448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61488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패키지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 버전 (예시)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Python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3.13 또는 3.14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pandas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3.0.5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duckdb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1.5.5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polars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1.43.0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pyarrow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25.0.1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psutil / numpy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최신 안정판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4983480"/>
            <a:ext cx="5144872" cy="1097280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5202936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모드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7280" y="5532120"/>
            <a:ext cx="459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0-2 프롬프트로 설치를 AI에게 맡깁니다. 대부분 이것으로 충분합니다. 위 표는 예시이고, 실제 값은 팩의 uv.lock을 따릅니다.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23864" y="2148840"/>
            <a:ext cx="5144872" cy="1874520"/>
          </a:xfrm>
          <a:prstGeom prst="rect">
            <a:avLst/>
          </a:prstGeom>
          <a:solidFill>
            <a:srgbClr val="221F16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8184" y="2368296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모드 (설치 문제나 버전 충돌 시)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98184" y="2697480"/>
            <a:ext cx="459623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팩의 5개 파일(pyproject.toml, uv.lock, .python-version, setup_env.ps1, check_env.py)을 kisti-lab에 복사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PowerShell에서 powershell -ExecutionPolicy Bypass -File .\setup_env.ps1 실행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"환경 정상" 출력 확인</a:t>
            </a:r>
            <a:endParaRPr lang="en-US" sz="1000" dirty="0"/>
          </a:p>
        </p:txBody>
      </p:sp>
      <p:graphicFrame>
        <p:nvGraphicFramePr>
          <p:cNvPr id="8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23864" y="4206240"/>
          <a:ext cx="51448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58444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결과 (2026-08-19 기준)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pandas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3.0.5. str dtype과 CoW가 기본. 구조적 한계는 동일합니다.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DuckDB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1.5.5. 가을에 2.0 출시 예정이나 프롬프트는 그대로입니다.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Polars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1.43.0. 시연의 lazy + streaming이 현재 권장 사용법입니다.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Parquet / Numba / uv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표준 지위 유지, 변경 없음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652778" y="516636"/>
            <a:ext cx="9715957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강사용 운영 노트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배포본에서는 제외해도 되는 슬라이드입니다.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5144872" cy="39319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368296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2697480"/>
            <a:ext cx="4596232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pandas의 느림이 교보재입니다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 대기 시간에 개념 슬라이드를 설명하도록 동선을 설계합니다. 고사양 PC라 10초 안에 끝나면 "데이터가 10배면 차이도 10배"로 보정합니다.
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수치가 제각각임을 미리 선언합니다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"달라도 정상이고 보는 것은 배율"이라고 실습 전에 말하면 질문이 절반으로 줄어듭니다.
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불일치 판정은 발표 사례입니다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1~2명의 불일치와 원인 분석 화면 공유가, 검증의 필요성을 가장 강하게 전달합니다.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23864" y="2148840"/>
            <a:ext cx="5144872" cy="39319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8184" y="2368296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초과 시 생략 · 축소 순서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98184" y="2697480"/>
            <a:ext cx="4596232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Polars 시연(4분)을 절차 정리 표 한 장으로 대체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실습 4(8분)를 강사 시연으로 전환 (프롬프트가 배포 자료에 있어 자습 가능)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SQL 설명과 Parquet 보충 설명을 한 문장 요약으로 축소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 그래도 부족하면 benchmark.md 요약 확인을 생략하고 파일 생성 확인만 진행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명시의 이유(개념)와 검증 기준(실습 3) 두 장은 강의 정체성이라 생략하지 않습니다.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271455" y="6382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2026-08-18T16:09:18Z</dcterms:created>
  <dcterms:modified xsi:type="dcterms:W3CDTF">2026-08-18T16:09:18Z</dcterms:modified>
</cp:coreProperties>
</file>