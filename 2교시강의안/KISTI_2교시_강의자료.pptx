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1교시에서 설치와 첫 대화까지 마쳤습니다. 이번 교시부터 실제 데이터를 다룹니다. 화면 가운데 문장이 오늘 60분의 결론입니다. 끝날 때 이 문장이 왜 맞는지 직접 확인하시게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네 가지지만 결국 하나입니다. 코드를 쓰지 않고 믿을 수 있는 결과를 만드는 것. 오른쪽 네 개 파일이 60분 뒤 여러분 폴더에 실제로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시계를 같이 봐 주세요. 10분 뒤부터는 직접 손을 움직이는 시간입니다. 개념 7분은 실습에서 판단할 때 필요한 배경만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이런 파일 받아 보셨을 겁니다. 기록하는 사람마다 결측을 다르게 적고, 장비는 -999를 넣어 둡니다. 엑셀로 열어서 고치기 시작하면 하루가 갑니다. 오늘은 이걸 문장 몇 개로 끝냅니다. 그런데 그 전에 답할 질문이 하나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여러분은 이미 이렇게 일하고 계십니다. 장비를 살 때 회로도를 뜯어보지 않고, 표준물질을 넣어 보고 캘리브레이션 곡선을 확인하시죠. AI가 만든 코드도 같은 방식으로 다루면 됩니다. 그리고 그 확인 작업 자체도 AI에게 시킬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설문지를 수백 장 받았다고 생각해 보세요. 빈칸으로 낸 사람, NA라고 쓴 사람, 줄을 그은 사람이 있습니다. 사람 눈에는 다 없음이지만 컴퓨터에게 9999는 숫자입니다. 그대로 평균을 내면 평균이 크게 올라갑니다. 이상치는 지울 대상이 아니라 판단할 대상이라는 점을 기억해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 중 무엇을 고르느냐는 연구의 문제라서 AI가 대신 정해 줄 수 없습니다. 오늘 계속 반복될 구조입니다. 기준은 연구자, 실행은 AI. 오늘은 가장 보수적인 표시만 하기로 갑니다. 나중에 바꾸고 싶으면 문장 하나로 바꿀 수 있다는 걸 실습에서 보여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IQR 규칙은 이름만 어렵지 상자그림의 수염입니다. 중요한 건 마지막 줄입니다. 통계에는 걸렸는데 물리적으로는 가능한 값이라면, 그건 발견일 수 있습니다. 지우지 말고 표시만 해 두는 것. Part C에서 정확히 이 문장을 AI에게 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회계 감사를 생각하면 이해가 빠릅니다. 장부를 처음부터 다시 쓰지 않고 총계를 맞추고, 다른 경로로 재계산하고, 표본을 뽑아 대조합니다. 우리도 이 세 가지만 합니다. 개념은 여기까지, 지금부터 40분은 직접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지금부터 직접 해 봅니다. 세 단계이고, 각 단계마다 화면의 문장을 복사해서 붙여 넣으시면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전에 하나만 약속하겠습니다. 제 화면과 여러분 화면은 다르게 나옵니다. 문장이 다르고 표 모양이 달라도 정상입니다. 그 점이 불안하기 때문에 오늘 검증을 배우는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창이 뜨셨을 겁니다. cd는 폴더로 이동, dir는 목록 보기, claude는 실행입니다. 오늘 외울 명령어는 이 세 줄이 전부이고 나머지는 전부 한국어로 합니다. 하나 짚고 갈 것은 권한입니다. 지난달까지는 Claude가 매번 해도 되냐고 물었는데, 8월 14일부터 기본값이 바뀌어서 대부분 묻지 않고 실행됩니다. 대신 분류기가 먼저 검토합니다. 실제 연구 데이터를 다루실 때는 Shift+Tab으로 모드를 바꾸시면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Shift+Tab을 눌러 주세요. plan mode 표시가 뜨면 그 상태에서는 Claude가 파일을 고칠 수 없습니다. 그다음 문장을 붙여 넣고 엔터를 누르세요. 진단이 먼저이고 처리가 그다음입니다. 문장에도 아직 수정하지 마를 남겨 두는데, 왜 두 가지를 다 쓰는지는 다음 장에서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성실해서 생기는 문제입니다. 진단만 시켰는데 본 김에 고쳐 놓는 경우가 있습니다. 예전에는 문장으로 부탁하는 방법밖에 없었는데, 지금은 plan mode가 있어서 아예 못 고치게 막을 수 있습니다. 문장은 기록용으로 같이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정리해줘 라고 하면 AI는 무언가를 합니다. 문제는 그 무언가를 AI가 정한다는 점입니다. 결측을 지울지 채울지, 이상치 기준이 무엇인지 실행할 때마다 달라집니다. 오른쪽 세 가지를 지정하면 그때부터 결과가 내 것이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붙여 넣고 엔터, 그리고 승인하세요. 코드가 지나가지만 읽지 않으셔도 됩니다. 우리는 코드를 읽어서 신뢰하지 않고, 지금부터 15분 동안 결과로 신뢰를 만듭니다. 규칙 5의 숫자는 여러분의 물리 지식에서 나온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심사위원이 이상치 기준을 바꿔서 다시 해 보라고 하면, 원본이 살아 있으면 5분이면 됩니다. 덮어썼다면 실험을 다시 해야 할 수도 있습니다. 이 습관 하나가 리비전 기간을 좌우합니다.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개념에서 본 세 가지 확인 방법을 하나씩 실행합니다. 각각 프롬프트 한 개이고, 끝나면 기록을 파일로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결측을 표시만 하기로 했으니 행이 줄어드는 이유는 중복 제거 하나뿐이어야 합니다. 총량이 설명되는지 묻는 것이 검증의 첫 단계입니다. 맞지 않게 나온 분이 있다면 그 화면이 오늘 가장 좋은 교재입니다.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조건이 두 개입니다. 도구를 바꾸는 것과, 서브에이전트를 띄워서 대화 맥락을 분리하는 것입니다. 같은 대화 안에서 다시 계산하면 앞의 답이 이미 화면에 있어서 그 숫자를 따라갈 수 있습니다. 비교표에서 눈으로 볼 것은 두 줄입니다. 온도 범위, 그리고 습도 최댓값. 100을 넘습니다. 기억해 두시고 10분 뒤에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아까 코드를 쓰지 말라고 했는지가 여기 있습니다. 같은 저울에 두 번 올리면 눈금이 틀려도 두 번 다 똑같이 틀립니다. 하나 더 있습니다. 같은 대화창에서 다시 계산하면 앞의 답이 화면에 남아 있어서 그 숫자에 맞춰 갈 수 있습니다. 그래서 도구뿐 아니라 맥락도 분리합니다.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X가 나온 분 계신가요. 검증이 제대로 작동한 겁니다. 화면 공유를 부탁드려서 원인을 조사하고 수정하고 다시 검산하는 과정을 같이 보겠습니다. 이 순환이 실무의 대부분입니다.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파일이 오늘의 핵심 결과물입니다. 나중에 전처리를 어떻게 하셨느냐는 질문을 받으면 이 파일 하나로 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지금까지는 완성된 프롬프트를 드렸습니다. 이번에는 일부러 한 번 실패해 봅니다. 안전한 환경에서 먼저 겪어 보는 편이 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결과가 나왔으면 옆자리와 비교해 보세요. 다릅니다. 누가 틀린 것이 아니라 기준을 주지 않았기 때문에 AI가 각자 정한 겁니다. 논문에 이상한 값을 정리했습니다 라고 쓸 수 없듯이, AI에게도 기준을 줘야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두 줄을 보세요. 잘못한 것을 되돌리는 비용이 스크립트 재실행 한 번입니다. 원본을 지킨 덕분입니다. 그리고 1번은 물리, 2번은 통계입니다. 개념 시간에 배운 두 기준이 문장 두 개로 들어갔습니다.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 들어온 연구원에게 적당히 정리해 놓으라고 시키고 그 결과에 본인 이름을 걸 수 있는 분은 없습니다. AI도 같습니다. 그리고 그 기준을 아는 사람은 이 방에서 여러분뿐입니다.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오늘 가져가실 습관입니다. 검증을 따로 시키는 것이 아니라 요청할 때부터 한 문장에 넣는 것입니다. 이 습관이 들면 검증을 빠뜨리는 일이 없어집니다.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외우는 것이 아닙니다. 셋 다 대처가 같습니다. 복사해서 붙여넣고 고쳐 달라고 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코드를 한 줄이라도 쓰신 분은 없습니다. 그런데 폴더에는 이 파일들이 있습니다. 처음의 문장으로 돌아가면, 이제 이 문장이 왜 맞는지 확인하신 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유인물로 드립니다. 연구실에서 어떤 데이터를 만나든 처리 요청 뒤에 이 문장들을 붙여 보세요. 특히 일곱 번째 가정 확인 요청이 실제로 가장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장의 여덟 문장을 매번 복사해서 쓰실 수도 있지만, 세 번쯤 반복하면 스킬로 옮기는 편이 낫습니다. 폴더 하나에 SKILL.md 파일 하나만 있으면 됩니다. 만드는 것도 Claude에게 시키면 됩니다. 이렇게 해 두면 다음 데이터에서 검증을 빠뜨릴 일이 없어집니다.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터미널로 했지만 이것만 있는 것은 아닙니다. 터미널이 부담스러운 동료에게는 Cowork를 권하시면 됩니다. 다만 실행 위치가 다릅니다. Claude Code는 내 컴퓨터에서 돌고, Cowork는 서버의 격리 환경에서 돕니다. 미공개 데이터라면 이 차이가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212848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전처리·분석 자동 생성과</a:t>
            </a:r>
            <a:endParaRPr lang="en-US" sz="3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검증 시키기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33088"/>
            <a:ext cx="10908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코드를 신뢰하는 방법은 코드를 읽는 것이 아니라 결과를 검증하는 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    2교시 · 60분 · 실습 중심     2026-08 기준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319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도입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64614" y="598932"/>
            <a:ext cx="950137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쓰지 않고 믿을 수 있는 결과 만들기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뒤 실습 폴더에 남는 파일이 오늘의 결과물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148072" cy="2926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배우는 것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60704" y="264261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542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결함 유형 구분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3584" y="27797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· 이상치 · 형식 불일치 · 중복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60704" y="320954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3108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스크립트 생성과 실행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43584" y="33467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문장만으로 지시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0704" y="37764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75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AI에게 지시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913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방법으로 확인하고 리포트로 저장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60704" y="434340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요청을 구체화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4480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지정한 요청으로 전환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011680"/>
            <a:ext cx="5148072" cy="2926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남는 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55664" y="264261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2542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8544" y="27797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과정을 재현하는 정제 스크립트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55664" y="320954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3108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sensor_lab_2026_cleaned.csv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38544" y="33467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데이터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55664" y="37764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3675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validation_report.md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38544" y="3913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리포트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55664" y="434340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summary_by_sample.csv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38544" y="4480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집계·기술통계 결과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" y="5166360"/>
            <a:ext cx="10543032" cy="8961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5166360"/>
            <a:ext cx="54864" cy="89611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5294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5568696"/>
            <a:ext cx="9994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코드를 직접 작성하지 않음. 연구자는 기준을 정하고 결과를 판정하는 역할만 담당.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10분에는 오늘의 검증 절차를 스킬(SKILL.md)로 저장해 다음 데이터부터 자동 적용되게 만듦.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319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도입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64614" y="598932"/>
            <a:ext cx="950137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가운데 40분은 직접 실습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설명은 실습에서 판단하는 데 필요한 최소한만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456432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– 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0704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298094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  3분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0704" y="338328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327355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브리핑  7분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3712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결함 유형과 판단 기준을 먼저 정리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53712" y="2057400"/>
            <a:ext cx="3456432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2057400"/>
            <a:ext cx="345643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– 40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3168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 · 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91456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98094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 15분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91456" y="338328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327355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 15분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3712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진단·정제 스크립트 생성 → 세 가지 방법으로 검증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84464" y="2057400"/>
            <a:ext cx="3456432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– 60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C · 정리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22208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298094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구체화  10분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22208" y="338328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5088" y="327355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 10분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712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요청 구체화 → 결과물 확인 → 검증 절차를 스킬로 저장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4800600"/>
            <a:ext cx="10543032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9286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2416" y="5202936"/>
            <a:ext cx="9994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화면의 문장을 그대로 복사해 사용. 실습 중 막히면 손을 들면 조교가 개별 지원하고, 전체 진행은 멈추지 않음.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91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필요한가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24430" y="598932"/>
            <a:ext cx="894156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데이터는 그대로 분석할 수 없는 상태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사용할 sensor_lab_2026.csv · 50,000행 × 9열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sensor_lab_2026.csv  (앞부분)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04288"/>
          <a:ext cx="55778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234440"/>
                <a:gridCol w="128016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measure_date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humidity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2026-03-05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05/03/2026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-999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3월 5일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2026-03-05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20624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노란색 = 그대로 계산하면 결과가 틀어지는 값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011680"/>
            <a:ext cx="4782312" cy="7863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03136" y="2103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제각각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03136" y="23591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열에 날짜 표기가 세 가지. 숫자에 단위 문자와 천 단위 쉼표가 섞임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0" y="2907792"/>
            <a:ext cx="4782312" cy="7863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03136" y="29992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표기가 여러 가지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03136" y="32552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· NA · - 로 흩어지고, 장비 오류 코드 -999와 9999는 숫자로 인식됨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803904"/>
            <a:ext cx="4782312" cy="7863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03136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수작업으로는 한계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03136" y="4151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5만 행을 엑셀에서 고치면 며칠 소요. 손을 댈수록 실수가 누적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4846320"/>
            <a:ext cx="10543032" cy="80467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49743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하는 일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42416" y="5248656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파일을 한국어 문장 몇 개로 정제하고, 그 결과가 맞는지까지 확인. 다만 그 전에 답해야 할 질문이 하나 남아 있음.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91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필요한가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24430" y="598932"/>
            <a:ext cx="894156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사람이 아니라 나온 결과를 확인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장비를 신뢰하는 방식과 동일한 절차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148072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하고 있는 방식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24871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장비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27980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회로도를 해석해서 신뢰하지 않음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327355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1638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표준물질 측정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0704" y="358444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474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 곡선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60704" y="389534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7856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측정으로 재현성 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5148072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011680"/>
            <a:ext cx="51480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배우는 방식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37376" y="24871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27980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한 줄씩 읽어서 신뢰하지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55664" y="327355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31638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전후 행 수 대조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55664" y="358444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3474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도구로 통계 교차확인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55664" y="389534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37856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샘플 검산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4754880"/>
            <a:ext cx="10543032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754880"/>
            <a:ext cx="54864" cy="9144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882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문장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" y="5157216"/>
            <a:ext cx="9994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코드를 신뢰하는 방법은 코드를 읽는 것이 아니라, 결과를 검증하는 것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91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브리핑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24430" y="598932"/>
            <a:ext cx="894156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지저분한 데이터의 유형은 네 가지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유형을 구분해야 처리 방법을 지정할 수 있음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25054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없는 상태. 없다는 표시가 통일되지 않은 것이 실제 문제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42416" y="310896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1089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 ·  NA  ·  -  ·  9999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25054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상식적인 범위를 벗어난 값. 측정 오류일 수도, 실제 발견일 수도 있음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37376" y="310896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1089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temp_c = -999    humidity = 128.4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078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불일치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42416" y="442569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정보를 서로 다르게 표기. 사람은 읽지만 컴퓨터는 다른 값으로 처리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42416" y="502920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29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3형식   23.5C   1,234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93192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4078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37376" y="442569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행이 두 번 이상 기록된 상태. 눈으로는 찾기 어려움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37376" y="502920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029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5만 행 중 완전히 동일한 행 120개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91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브리핑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24430" y="598932"/>
            <a:ext cx="894156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처리 선택지는 세 가지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고를지는 분석 목적에 따라 연구자가 결정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456432" cy="2560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212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삭제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2416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 있는 행을 제거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42416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" y="33101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 극소수이고, 삭제해도 표본이 한쪽으로 치우치지 않을 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38404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40782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손실. 결측이 특정 조건에 몰려 있으면 편향 발생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3712" y="2011680"/>
            <a:ext cx="3456432" cy="2560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212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대체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평균·중앙값 등으로 채움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73168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33101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수를 유지해야 하는 분석이 필요할 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38404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40782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낸 값이라는 기록 필수. 분산이 줄고 편향이 생길 수 있음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84464" y="2011680"/>
            <a:ext cx="3456432" cy="2560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4464" y="2011680"/>
            <a:ext cx="345643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1579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기본값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표시만 하기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0" y="27249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둔 채 결측으로 표기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03920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33101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판단을 뒤로 미룰 수 있는 모든 경우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8404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0782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보수적. 이후 삭제나 대체로 언제든 전환 가능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956048"/>
            <a:ext cx="10543032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956048"/>
            <a:ext cx="54864" cy="8412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0840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5358384"/>
            <a:ext cx="9994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기준은 연구자가 정하고, 실행은 AI가 담당.  판단 근거는 결측 비율 · 결측이 생긴 이유 · 분석 목적 세 가지.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91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브리핑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24430" y="598932"/>
            <a:ext cx="894156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판단 기준은 두 가지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기준이 충돌할 때의 처리 방침까지 미리 정해 둘 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9893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 · 도메인 지식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24688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 불가능한 값은 측정 오류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2416" y="2761488"/>
            <a:ext cx="5532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상대습도가 0~100% 밖, 실험실 온도가 200도. 연구자가 가장 잘 아는 영역이며 통계로 대체되지 않음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456432"/>
            <a:ext cx="59893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6210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2 · 통계 규칙 (IQR 1.5배)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391363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50% 구간에서 멀리 떨어진 값을 의심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2416" y="4206240"/>
            <a:ext cx="5532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논문에서 보는 상자그림의 수염 밖 점들과 같은 기준. 자동으로 계산되지만 옳고 그름은 판단하지 못함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011680"/>
            <a:ext cx="4279392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6056" y="2176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 1.5배 규칙 = 상자그림의 수염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35240" y="3310128"/>
            <a:ext cx="3246120" cy="0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3163824"/>
            <a:ext cx="0" cy="292608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1360" y="3163824"/>
            <a:ext cx="0" cy="292608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3017520"/>
            <a:ext cx="1417320" cy="585216"/>
          </a:xfrm>
          <a:prstGeom prst="rect">
            <a:avLst/>
          </a:prstGeom>
          <a:solidFill>
            <a:srgbClr val="2A2416"/>
          </a:solidFill>
          <a:ln w="15875">
            <a:solidFill>
              <a:srgbClr val="FFD7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3017520"/>
            <a:ext cx="0" cy="585216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3259836"/>
            <a:ext cx="100584" cy="100584"/>
          </a:xfrm>
          <a:prstGeom prst="ellipse">
            <a:avLst/>
          </a:prstGeom>
          <a:solidFill>
            <a:srgbClr val="FFDF57"/>
          </a:solidFill>
          <a:ln w="12700">
            <a:solidFill>
              <a:srgbClr val="FFD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3259836"/>
            <a:ext cx="100584" cy="100584"/>
          </a:xfrm>
          <a:prstGeom prst="ellipse">
            <a:avLst/>
          </a:prstGeom>
          <a:solidFill>
            <a:srgbClr val="FFDF57"/>
          </a:solidFill>
          <a:ln w="12700">
            <a:solidFill>
              <a:srgbClr val="FFD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0" y="3259836"/>
            <a:ext cx="100584" cy="100584"/>
          </a:xfrm>
          <a:prstGeom prst="ellipse">
            <a:avLst/>
          </a:prstGeom>
          <a:solidFill>
            <a:srgbClr val="FFDF57"/>
          </a:solidFill>
          <a:ln w="12700">
            <a:solidFill>
              <a:srgbClr val="FFDF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6758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50%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3675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수염 밖 = 의심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06056" y="41605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통계는 의심 지점을 알려 줄 뿐, 삭제 여부까지 정해 주지 않음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956048"/>
            <a:ext cx="10543032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956048"/>
            <a:ext cx="54864" cy="8412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0840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시 우선순위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" y="5358384"/>
            <a:ext cx="9994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기준이 다르게 판정하면 도메인 지식이 우선.  통계적으로는 튀지만 물리적으로 가능한 값은 삭제하지 않고 표시(flag)만.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91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브리핑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24430" y="598932"/>
            <a:ext cx="894156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확인하는 방법은 세 가지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다시 계산하지 않고, 서로 다른 세 지점만 확인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456432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2416" y="2788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 대조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전후의 행 수 차이가 처리 건수로 정확히 설명되는지 확인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42416" y="3858768"/>
            <a:ext cx="301752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총량이 맞지 않으면 그 아래 숫자는 볼 필요가 없음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53712" y="2011680"/>
            <a:ext cx="3456432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73168" y="2788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요약통계 교차확인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통계를 아까 쓴 코드가 아닌 다른 도구로 다시 계산해 비교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73168" y="3858768"/>
            <a:ext cx="301752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경로가 달라야 같은 오류가 반복되지 않음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84464" y="2011680"/>
            <a:ext cx="3456432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03920" y="2788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샘플 검산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03920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임의의 10행을 처리 전후로 나란히 놓고 규칙 준수를 판정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3858768"/>
            <a:ext cx="301752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총량이 맞아도 개별 값이 틀릴 수 있음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892040"/>
            <a:ext cx="10543032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892040"/>
            <a:ext cx="54864" cy="8412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0200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294376"/>
            <a:ext cx="9994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모두 프롬프트 한 개로 AI에게 지시.  연구자는 계산이 아니라 판정 결과를 읽고 수용 여부를 결정.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3172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6060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A · 15분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99923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진단하고, 규칙을 주고, 만들게 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시작하기      STEP 2  상태 진단      STEP 3  정제 스크립트 생성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49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 · 시작 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382520" y="598932"/>
            <a:ext cx="89834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1교시에서 완료했어야 하는 세 가지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안 되어 있으면 손을 들어 주세요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45643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24688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설치와 로그인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2416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claude 명령이 동작하는 상태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53712" y="2011680"/>
            <a:ext cx="345643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24688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생성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73168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C:\Users\&lt;사용자명&gt;\kisti-lab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84464" y="2011680"/>
            <a:ext cx="345643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24688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데이터 저장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안에 sensor_lab_2026.csv 존재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703320"/>
            <a:ext cx="10543032" cy="80467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8313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4105656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들면 조교가 개별 지원. 설치를 기다리는 동안에도 전체 진행은 계속되므로 화면을 보면서 따라와 주세요.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66344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663440"/>
            <a:ext cx="54864" cy="9601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알아 둘 것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5065776"/>
            <a:ext cx="99943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답변은 강사 화면과 다르게 나오는 것이 정상.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문장과 표 모양이 달라도 문제가 아니며, 그래서 오늘 검증을 배웁니다.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 · STEP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세 줄로 시작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입력할 명령어는 이 셋뿐이고, 나머지는 전부 한국어 문장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85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2185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→ 검색창에 PowerShell 입력 → Windows PowerShell 클릭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724912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898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36192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폴더로 이동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862072"/>
            <a:ext cx="2331720" cy="34747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$HOME\kisti-lab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28620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표시가 kisti-lab으로 바뀌면 성공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438144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파일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31920" y="3575304"/>
            <a:ext cx="2331720" cy="34747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5753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357530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sensor_lab_2026.csv가 보이는지 확인. 없으면 조교 호출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151376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4325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36192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시작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31920" y="4288536"/>
            <a:ext cx="2331720" cy="34747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4288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428853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테두리와 입력창, 폴더 경로가 표시되면 성공. 오류는 뒤쪽 오류표 E1 참조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956048"/>
            <a:ext cx="10543032" cy="10789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956048"/>
            <a:ext cx="54864" cy="10789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0840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모드 — 2026-08 기준으로 바뀐 부분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535838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 14일부터 Pro·Max·Team 플랜의 새 세션은 auto mode로 시작. 별도 분류기 모델이 각 동작을 먼저 검토하고,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대부분은 확인 없이 실행되며 되돌릴 수 없거나 외부로 나가는 동작만 질문. Enterprise·API 계정은 기존 방식 유지.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Shift+Tab으로 모드 전환 — 실제 연구 데이터에서는 수동 승인 모드나 plan mode 사용을 권장.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 · STEP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고치기 전에 상태부터 확인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모드로 바꾼 뒤 진단을 요청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0543032" cy="5669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27632" y="2121408"/>
            <a:ext cx="1417320" cy="34747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 + Tab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82112" y="20116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눌러 plan mode(읽기 전용)로 전환 — 상태 표시줄에 plan mode 표시. 파일 수정이 도구 수준에서 차단됨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724912"/>
            <a:ext cx="6675120" cy="260604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724912"/>
            <a:ext cx="54864" cy="26060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87121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3182112"/>
            <a:ext cx="619963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sensor_lab_2026.csv 파일의 상태를 진단해줘. 아직 파일은 절대 수정하지 마.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싶은 것: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 행 수와 열 목록(열별 자료형 포함)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열마다 결측이 몇 개인지 — 빈칸뿐 아니라 "NA", "-", "9999" 같은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표기도 결측 후보로 간주해서 따로 세어줘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날짜나 숫자 형식이 한 열 안에 여러 가지로 섞여 있는 열과 그 예시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완전히 똑같은 중복 행이 몇 개인지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표로 정리해서 보여줘. 코드는 설명하지 않아도 돼.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18120" y="2724912"/>
            <a:ext cx="3547872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2889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정상이라면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55864" y="332841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행 수가 약 50,000으로 표시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5864" y="373075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열별 결측 개수 표 출력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55864" y="413308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섞인 열 목록 출력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453542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38744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행 개수 출력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37576" y="4882896"/>
            <a:ext cx="310896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37576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수치가 강사 화면과 조금 달라도 지금은 넘어감.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5468112"/>
            <a:ext cx="1054303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55961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2416" y="5870448"/>
            <a:ext cx="9994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잘못되어 있는지 모르는 상태에서 고치면, 무엇을 고쳤는지도 확인할 수 없음.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89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가기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22196" y="598932"/>
            <a:ext cx="95437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금지는 부탁이 아니라 모드로 강제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mode는 요청이 아니라 도구 자체를 차단하는 장치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20370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문장으로 부탁한 것은 지켜지지 않을 수 있음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" y="2551176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진단만 요청해도 이어서 수정까지 진행하는 경우가 있고, 그러면 처리 전 상태를 확인할 방법이 사라짐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54680"/>
            <a:ext cx="54864" cy="9601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009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mode는 쓰기 도구를 아예 차단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648456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Shift+Tab으로 전환하거나 /plan 입력. 계획을 승인하면 모드가 해제되면서 실행으로 넘어감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39826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가지를 함께 사용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0704" y="4745736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모드로 막고, 문장에도 기록을 남김 — 나중에 대화 기록만 봐도 무엇을 의도했는지 확인 가능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단계에서는 파일을 읽기만 하고, 수정은 규칙을 모두 정한 뒤 STEP 3에서 한 번에 진행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881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 · STEP 3 준비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814066" y="598932"/>
            <a:ext cx="855192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"정리해줘"의 빈칸은 AI가 채움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지정하지 않은 기준은 실행할 때마다, 사람마다 달라짐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4846320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762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부족한 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42416" y="2487168"/>
            <a:ext cx="4407408" cy="475488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4871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정리해줘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60704" y="3255264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1455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정리의 기준을 AI가 전부 임의로 결정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0704" y="3730752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621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때마다, 사람마다 다른 결과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60704" y="4206240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파일을 덮어쓸 위험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9904" y="2011680"/>
            <a:ext cx="5276088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396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처리 규칙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2432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결측·이상치·형식·중복을 각각 어떻게 처리할지 지정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9904" y="2962656"/>
            <a:ext cx="5276088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090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저장 방식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보존하고 결과는 새 파일로 저장하도록 지정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9904" y="3913632"/>
            <a:ext cx="5276088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041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보고 형식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09360" y="4334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몇 건 처리했는지 표로 보고하도록 지정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4956048"/>
            <a:ext cx="10543032" cy="80467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956048"/>
            <a:ext cx="54864" cy="80467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0840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프롬프트의 정의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5358384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연구자가 기준을 지정하고 AI는 실행만 담당하는 구조.  기준을 적는 순간 결과가 재현 가능해짐.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 · STEP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 여섯 개를 문장으로 전달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생성 · 실행 · 결과 보고까지 한 번에 요청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393192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39319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sensor_lab_2026.csv를 아래 규칙대로 정제하는 파이썬 스크립트를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 라는 이름으로 만들어서 실행까지 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라이브러리는 uv로 관리해줘.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[정제 규칙]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원본 파일은 절대 수정하지 말고, 결과는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sensor_lab_2026_cleaned.csv 로 새로 저장해.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빈칸, "NA", "-", "9999"는 모두 결측으로 통일해.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결측은 지우거나 채우지 말고 빈 값으로 표시만 해 둬.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날짜 열(measure_date)은 YYYY-MM-DD 형식으로 통일해.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숫자 열에 단위 문자(예: "23.5C")나 천 단위 쉼표(예: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"1,234")가 붙어 있으면 떼어내고 숫자로 바꿔.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온도(temp_c)가 -30 미만이거나 60 초과면 물리적으로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불가능한 측정 오류로 보고 결측 처리하고, 몇 건인지 세어줘.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완전히 똑같은 중복 행은 첫 번째 것만 남기고 지워.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[보고 규칙]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끝나면 다음을 표로 보고해: 처리 전 행 수,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후 행 수, 규칙 2~6 각각의 처리 건수.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정상이라면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55864" y="261518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5054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mode였다면 해제하고 실행 (Shift+Tab)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301752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9077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전후 행 수와 규칙별 건수 표 출력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55864" y="341985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3310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dir로 파일 두 개 생성 확인 (선택)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3977640"/>
            <a:ext cx="35478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3977640"/>
            <a:ext cx="54864" cy="19659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1422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5를 눈여겨볼 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92440" y="448056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-30 ~ 60이라는 숫자는 통계가 아니라 실험실 조건에 대한 지식에서 나옴. 이 범위를 정하는 것이 연구자의 역할이며, AI는 정해 줄 수 없는 부분.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5431536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지나가도 읽지 않아도 됨.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맞는지는 Part B에서 확인.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89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가기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22196" y="598932"/>
            <a:ext cx="95437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수정하지 않음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1은 취향이 아니라 재현성의 문제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148072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240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스크립트가 남아 있으면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25603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한 줄 수정 후 재실행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0704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29809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기준 변경 요구에 즉시 대응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60704" y="347472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33649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결과를 언제든 다시 생성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60704" y="385876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37490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내역을 그대로 설명 가능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5148072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240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덮어썼다면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37376" y="25603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방법이 없음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55664" y="3090672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29809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값이 원래 무엇이었는지 확인 불가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55664" y="3474720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33649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바꾼 재분석이 불가능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55664" y="3858768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37490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최악의 경우 측정을 다시 수행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4480560"/>
            <a:ext cx="1054303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480560"/>
            <a:ext cx="54864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085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요청에 포함할 문장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4882896"/>
            <a:ext cx="9994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파일은 수정하지 말고, 결과는 새 파일로 저장해줘.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66928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심사에서 "전처리 기준을 바꿔 다시 분석해 달라"는 요구는 드물지 않으며, 이때 대응 비용이 이 한 문장으로 결정됨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3172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6060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B · 15분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99923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AI에게 시키기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 행 수 대조      STEP 5  통계 교차확인      STEP 6  샘플 검산      STEP 7  리포트 저장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 · STEP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전후의 행 수가 설명되는지 확인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결측은 표시만 했으므로 행이 줄어드는 이유는 중복 제거 하나뿐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233172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2331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정제 결과를 검증하자. sensor_lab_2026.csv(원본)와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sensor_lab_2026_cleaned.csv(처리본)의 행 수를 각각 다시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"원본 행 수 - 중복 제거 건수 = 처리본 행 수" 산식이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맞는지 확인하고, 맞으면 산식을 숫자로 보여줘.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그 밖에 사라지거나 늘어난 행이 있다면 어떤 행인지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보여주고 원인을 설명해줘.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2011680"/>
            <a:ext cx="35478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37576" y="2194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기대하는 산식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37576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50,000 − 120 = 49,880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37576" y="2816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 −  중복  =  처리본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18120" y="3310128"/>
            <a:ext cx="3547872" cy="103327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34564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55864" y="384048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3730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산식과 일치 판정이 나오면 통과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5864" y="415137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4041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불일치는 실패가 아니라 발견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553712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553712"/>
            <a:ext cx="54864" cy="9601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681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 나온 경우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4956048"/>
            <a:ext cx="99943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입력:  왜 차이가 나는지 원인을 조사하고, 어떤 행이 사라졌는지 예시를 보여줘.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 작동한 것이므로, 원인을 확인한 뒤 규칙을 고쳐 다시 실행.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687568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총량이 맞지 않으면 그 아래 통계는 확인할 의미가 없으므로, 행 수 대조가 항상 첫 번째 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 · STEP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통계를 독립된 경로로 다시 계산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검증의 조건은 도구도 다르고 대화 맥락도 분리되어 있을 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269748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26974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sensor_lab_2026_cleaned.csv의 숫자 열별로 평균, 표준편차,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최솟값, 최댓값, 결측 개수를 계산해줘. 단, 조건이 있어: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 계산은 서브에이전트를 하나 띄워서, 지금까지의 대화 내용을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참고하지 말고 파일만 보고 처음부터 계산하게 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아까 만든 clean_data.py의 코드도 재사용하지 말고,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완전히 다른 도구(예: DuckDB로 SQL 질의)를 사용해.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그 결과를 정제 스크립트 계열(예: pandas나 Polars)로 계산한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값과 나란히 놓은 비교표로 만들어줘.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두 값이 조금이라도 다르면 어느 열이 왜 다른지 조사해서 알려줘.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두 경로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37576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96528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세션 · pandas / Polars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37576" y="27797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96528" y="2779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 · DuckDB 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37576" y="30723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96528" y="3072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결과를 비교표로 확인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3566160"/>
            <a:ext cx="3547872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3566160"/>
            <a:ext cx="54864" cy="11430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3712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비교표에서 직접 볼 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10728" y="409651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39867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temp_c 최소·최대가 -30~60 안인가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0728" y="442569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431596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humidity 최댓값이 100을 넘는가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50200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 최댓값이 100을 넘는 이유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5294376"/>
            <a:ext cx="9994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규칙에 습도 범위를 넣지 않았기 때문. 지시하지 않은 항목은 처리되지 않으며, 이 값은 Part C에서 직접 처리.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89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가기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22196" y="598932"/>
            <a:ext cx="95437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코드를 다시 실행하는 것은 재현이지 검증이 아님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48072" cy="2011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130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" y="24323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스크립트 → 같은 결과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2416" y="279806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안정적으로 나오는지만 확인. 계산 규칙 자체가 틀렸다면 같은 오류가 그대로 반복되므로, 오류를 발견하는 수단은 되지 못함.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148072" cy="2011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65960"/>
            <a:ext cx="51480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130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37376" y="24323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 + 다른 맥락 → 결과 비교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37376" y="279806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다르면 같은 오류가 양쪽에서 나올 가능성이 낮아짐. 같은 대화 안에서 다시 계산하면 앞의 답이 이미 맥락에 남아 그 숫자를 따라갈 수 있으므로, 컨텍스트도 함께 분리.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224528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3525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이름은 외우지 않아도 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4626864"/>
            <a:ext cx="9994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DuckDB는 대용량 분석에 널리 쓰이는 도구이고, 서브에이전트는 대화창을 하나 더 여는 것과 같음. 요청 문장만 기억하면 나머지는 AI가 선택.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230368"/>
            <a:ext cx="1054303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230368"/>
            <a:ext cx="54864" cy="65836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3583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문장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5632704"/>
            <a:ext cx="9994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검증은 서브에이전트로, 앞의 대화를 참고하지 말고 다른 도구로 처음부터 계산해서 비교해줘.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 · STEP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임의의 10행을 처리 전후로 대조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총량과 통계가 맞아도 개별 값의 처리는 틀릴 수 있음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246888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24688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sensor_lab_2026.csv에서 무작위로 10행을 뽑아서,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행이 sensor_lab_2026_cleaned.csv에서 어떻게 바뀌었는지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"원본 값 → 처리 후 값" 형태로 나란히 보여주는 검산 스크립트를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verify_sample.py 로 만들어 실행해줘.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행에 대해 정제 규칙 1~6이 지켜졌는지 항목별로 O/X 판정을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붙여줘. 중복으로 제거된 행이 뽑히면 "중복 제거됨"이라고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표시하면 돼.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출력 (예시)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37576" y="25054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-999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72016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82912" y="25054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(결측)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835640" y="25054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7576" y="28712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23.5C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72016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82912" y="28712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35640" y="2871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37576" y="32369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05/03/2026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720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82912" y="32369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2026-03-05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835640" y="32369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18120" y="3840480"/>
            <a:ext cx="3547872" cy="640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7576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1~6 각각에 O 또는 X 판정이 붙어서 출력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663440"/>
            <a:ext cx="1054303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663440"/>
            <a:ext cx="54864" cy="13716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X가 나온 경우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" y="5084064"/>
            <a:ext cx="9939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아니라 검증이 작동한 것. 이어서 아래 문장을 그대로 입력.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15568" y="5413248"/>
            <a:ext cx="5120640" cy="384048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5413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X의 원인을 조사하고 스크립트를 수정해서 다시 실행해줘.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5413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조사 → 수정 → 재검산으로 이어지는 순환이 실제 업무에서 가장 자주 반복되는 절차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 · STEP 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결과를 파일로 남기기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기록되지 않은 검증은 나중에 설명할 수 없음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233172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2331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진단·정제·검증 결과를 모아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validation_report.md 파일로 저장해줘.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포함할 것: (1) 원본 데이터 진단 요약 (2) 적용한 정제 규칙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목록과 규칙별 처리 건수 (3) 행 수 대조 산식과 판정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요약통계 교차확인 비교표 (5) 무작위 10행 검산 결과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(6) 아직 처리하지 않았거나 주의가 필요한 항목.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사용한 파일명도 기록해줘.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validation_report.md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37576" y="2523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39328" y="2523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요약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37576" y="2807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39328" y="28072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규칙과 처리 건수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7576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 대조 산식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37576" y="33741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9328" y="33741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교차확인 비교표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37576" y="3657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39328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10행 검산 결과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37576" y="39410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39328" y="39410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미처리·주의 항목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526280"/>
            <a:ext cx="1054303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526280"/>
            <a:ext cx="54864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6542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파일의 용도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4928616"/>
            <a:ext cx="9994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부록이나 연구노트에 그대로 첨부 가능한 형태.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"전처리를 어떻게 했는지" 질문에 이 파일 하나로 답변 가능하며, 오늘 만드는 결과물 중 가장 중요한 파일.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3172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6060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C · 10분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99923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요청을 기준이 있는 요청으로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 모호하게 요청해 보기      STEP 9  되돌리고 구체화      STEP 10  집계와 검증을 한 번에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70052" y="4526280"/>
            <a:ext cx="1783080" cy="5669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0052" y="4526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요청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653132" y="452628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37180" y="4526280"/>
            <a:ext cx="1783080" cy="5669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7180" y="4526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이상한 결과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20260" y="452628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04308" y="4526280"/>
            <a:ext cx="1783080" cy="5669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04308" y="4526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987388" y="452628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71436" y="4526280"/>
            <a:ext cx="1783080" cy="5669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71436" y="4526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구체화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154516" y="452628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538564" y="4526280"/>
            <a:ext cx="1783080" cy="566928"/>
          </a:xfrm>
          <a:prstGeom prst="rect">
            <a:avLst/>
          </a:prstGeom>
          <a:solidFill>
            <a:srgbClr val="2A24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38564" y="4526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결과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C · STEP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주지 않으면 결과가 사람마다 달라짐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일부러 이 한 줄만 입력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148072" cy="109728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10972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일부러 이렇게만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4672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습도에서 이상한 값 정리해줘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73552"/>
            <a:ext cx="5148072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4381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사람과 화면 비교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373075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서로 다르게 나옴. Claude가 기준을 정해 달라고 되물었다면 그것도 좋은 관찰 결과.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148072" cy="24505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나오면 세 가지 확인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55664" y="262432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25237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이상한 값의 기준을 무엇으로 잡았는가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38544" y="27797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IQR인지, 0~100 범위인지, 임의로 정한 값인지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55664" y="324612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31455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값을 지웠는가, 채웠는가, 표시했는가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38544" y="34015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방식에 따라 이후 분석 결과가 달라짐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55664" y="386791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37673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파일에 반영했는가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8544" y="40233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건드렸는지 반드시 확인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663440"/>
            <a:ext cx="1054303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663440"/>
            <a:ext cx="54864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생각해 볼 질문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5065776"/>
            <a:ext cx="9994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"이상한 값을 정리했습니다"라는 문장을 논문 방법론에 그대로 쓸 수 있는가.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없다면, AI에게도 같은 수준의 기준을 제시해야 함.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866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C · STEP 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19350" y="598932"/>
            <a:ext cx="75933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범위와 통계 규칙을 나누어 지시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 → 기준 제시 → 스크립트 반영을 한 번에 요청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333756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33375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한 습도 처리는 기준이 모호했으니 무효로 하자.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clean_data.py를 다시 실행해서 sensor_lab_2026_cleaned.csv를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정제 직후 상태로 되돌려줘.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 습도(humidity)를 이 기준으로 처리해줘: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상대습도는 물리적으로 0~100%만 가능해. 이 범위를 벗어난 값은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측정 오류로 보고 결측 처리하고 건수를 세어줘.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범위 안에 있지만 IQR 1.5배 규칙에 걸리는 값은 지우지 말고,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humidity_flag 라는 새 열에 "outlier_suspect"로 표시만 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결과는 sensor_lab_2026_cleaned.csv에 반영하고, 1번 건수와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2번 건수를 보고해줘.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이 규칙을 clean_data.py에도 추가해서, 스크립트 하나로 전 과정이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재현되게 만들어줘.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정상이라면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55864" y="259689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재실행으로 파일이 정제 직후 상태로 복구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299923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8895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결측 처리 약 40건 보고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55864" y="340156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3291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humidity_flag 열 추가와 플래그 건수 보고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3749040"/>
            <a:ext cx="354787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3749040"/>
            <a:ext cx="54864" cy="16002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39136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규칙의 차이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92440" y="4224528"/>
            <a:ext cx="3054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1번은 물리 기준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가능하지 않은 값이므로 결측 처리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2번은 통계 기준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값이므로 지우지 않고 표시만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468112"/>
            <a:ext cx="10543032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5961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되돌리는 비용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5870448"/>
            <a:ext cx="9994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되돌리는 작업은 스크립트 재실행 한 번. 원본을 보존한 덕분이며, 대화 시점 자체를 되돌리는 /rewind도 사용 가능.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89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가기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22196" y="598932"/>
            <a:ext cx="95437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이상한 결과는 대부분 지시에 빠진 기준 때문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습도 값이 100을 넘은 이유도 규칙에 습도 범위가 없었기 때문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20370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 연구실의 사정을 모르는 상태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" y="2551176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지식은 많지만, 이 장비가 어떤 값을 낼 수 있고 어떤 값이 불가능한지는 알지 못함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3009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적지 않은 기준은 AI가 임의로 채움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0704" y="3648456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이상하다면 AI의 결함이 아니라 요청에 빠진 항목을 찾아야 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51960"/>
            <a:ext cx="54864" cy="9601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39826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기준을 아는 사람이 연구자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745736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 0~100%, 온도 -30~60, 통계보다 물리 우선 — 데이터를 만든 사람만 아는 정보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문장에 기준을 적는 일 자체가 연구자의 판단이며, 이 부분은 AI가 대신할 수 없음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9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C · STEP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525776" y="598932"/>
            <a:ext cx="748690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 안에 검증을 함께 넣기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단위·통계량·결측 처리·저장 위치를 지정하고 검증까지 한 문장에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224028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22402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sensor_lab_2026_cleaned.csv에서 시료(sample_id)별·월별로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temp_c와 humidity의 평균, 표준편차, 유효 측정 횟수를 집계해서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summary_by_sample.csv로 저장해줘.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결측은 계산에서 제외하고, 열별로 제외된 개수도 함께 보고해.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끝나면 검증까지 해줘: 그룹별 유효 측정 횟수의 총합이 전체 유효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수와 일치하는지 확인하고 산식으로 보여줘.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정상이라면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55864" y="254203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432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summary_by_sample.csv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285292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합계 = 전체 산식 일치 판정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3200400"/>
            <a:ext cx="35478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7576" y="33467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요청에 포함된 지정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37576" y="36210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단위 · 통계량 · 결측 처리 · 저장 파일명 · 검증 방법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480560"/>
            <a:ext cx="1054303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480560"/>
            <a:ext cx="54864" cy="10515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6085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가져갈 습관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4882896"/>
            <a:ext cx="99943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 나중에 따로 시키는 것이 아니라, 처음 요청할 때 문장 안에 함께 넣는 것.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687568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마지막에 하려고 하면 결과를 이미 신뢰한 뒤가 되기 쉬우므로, 요청 단계에서 함께 지정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89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공통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22196" y="598932"/>
            <a:ext cx="95437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메시지는 해석 대상이 아니라 전달 대상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모두 대처 방법이 같음 — 복사해서 그대로 전달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3032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88920"/>
                <a:gridCol w="2880360"/>
                <a:gridCol w="4306824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입력 시 "용어를 인식할 수 없습니다"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직후 PATH가 현재 터미널에 반영되지 않은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PowerShell 창을 완전히 닫고 새로 열어 재시도. 그래도 안 되면 조교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한글이 깨짐 / UnicodeDecodeError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Windows의 CSV 인코딩(cp949)과 UTF-8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전문을 복사해 붙여넣고: 이 인코딩 오류를 해결하고 결과 파일은 UTF-8로 저장해줘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ModuleNotFoundError: No module named ...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라이브러리가 설치되지 않은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전문과 함께: 필요한 라이브러리를 uv로 설치하고 다시 실행해줘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작업이 중간에 멈추고 차단되었다는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 mode의 분류기가 되돌릴 수 없는 동작으로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/permissions의 Recently denied에서 어떤 동작이 막혔는지 확인. 삭제나 덮어쓰기를 요청한 것은 아닌지 먼저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5349240"/>
            <a:ext cx="54864" cy="7315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4772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원칙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" y="5751576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 전체를 복사 → 붙여넣기 → 해결 요청.  메시지를 이해하려고 시간을 쓰지 않아도 됨.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9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427480" y="598932"/>
            <a:ext cx="993851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쓰지 않고 폴더에 남은 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kisti-lab 폴더 · 60분 작업의 결과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257800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396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sensor_lab_2026.csv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238658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· 수정하지 않은 상태로 보존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08192" y="2057400"/>
            <a:ext cx="5257800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21396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sensor_lab_2026_cleaned.csv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7648" y="238658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데이터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770632"/>
            <a:ext cx="5257800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852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2416" y="30998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과정을 재현하는 정제 스크립트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8192" y="2770632"/>
            <a:ext cx="5257800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852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verify_sample.py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30998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샘플 검산 스크립트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483864"/>
            <a:ext cx="5257800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validation_report.md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2416" y="38130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리포트 · 행 수 대조 / 통계 교차확인 / 샘플 검산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08192" y="3483864"/>
            <a:ext cx="5257800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summary_by_sample.csv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8130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집계·기술통계 결과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480560"/>
            <a:ext cx="1054303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480560"/>
            <a:ext cx="54864" cy="10515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085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문장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4882896"/>
            <a:ext cx="99943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코드를 신뢰하는 방법은 코드를 읽는 것이 아니라, 결과를 검증하는 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5687568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파이썬 코드를 직접 작성한 사람은 없지만, 결과와 근거는 모두 남아 있음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21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유인물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47062" y="598932"/>
            <a:ext cx="92189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연구실에서 그대로 복사해 쓰는 여덟 문장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데이터를 만나든 처리 요청 뒤에 붙여서 사용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30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394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복사해서 쓰는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수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전·후 파일 행 수를 세고, 차이가 처리 건수와 산식으로 맞는지 확인해줘.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 교차확인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코드 말고 완전히 다른 도구(예: DuckDB)로 같은 통계를 다시 계산해 비교표로 보여줘.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 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원본에서 무작위 10행을 뽑아 처리 전후를 나란히 보여주고 규칙 준수를 O/X로 판정해줘.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범위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숫자 열의 최소·최대가 물리적으로 가능한 범위(예: 습도 0~100%) 안인지 점검해줘.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 잔존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후 결측이 남았는지 열별로 세어줘. NA·-·9999 표기도 결측으로 간주해.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잔존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후 완전히 동일한 행이나 ID 중복이 남았는지 확인해줘.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 확인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작업에서 나에게 확인받지 않고 임의로 가정한 것을 모두 나열해줘.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전처리를 스크립트로 다시 실행해도 완전히 같은 결과가 나오는지 한 번 더 확인해줘.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504688"/>
            <a:ext cx="10543032" cy="7498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5632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요령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42416" y="5907024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처리 요청과 검증 문장을 한 프롬프트에 함께   ② 불일치가 나오면 "원인을 조사하고 수정해서 다시 실행해줘"   ③ 최종 수용 판단은 연구자   ④ 반복해서 쓰게 되면 다음 장처럼 스킬로 저장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43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다음 단계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376678" y="598932"/>
            <a:ext cx="763600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매번 붙여넣지 않는 방법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반복해서 쓰는 절차는 스킬(SKILL.md)로 저장하면 다음 데이터부터 자동으로 적용됨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675120" cy="347472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" cy="3474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만들어 달라고 요청하면 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61996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내용을 담은 스킬을 만들어줘.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~/.claude/skills/data-verification/SKILL.md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데이터 전처리 결과를 검증한다. 정제나 집계를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끝낸 뒤 결과가 맞는지 확인할 때 사용.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결과를 아래 순서로 검증한다.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처리 전후 행 수를 세고, 차이가 처리 건수와 산식으로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맞는지 확인한다.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같은 통계를 서브에이전트에서 다른 도구로 다시 계산해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비교표로 제시한다.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무작위 10행을 처리 전후로 대조해 규칙별 O/X를 판정한다.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확인받지 않고 임의로 가정한 항목을 모두 나열한다.</a:t>
            </a:r>
            <a:endParaRPr lang="en-US" sz="9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결과를 validation_report.md로 저장한다.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3547872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2011680"/>
            <a:ext cx="54864" cy="1060704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139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92440" y="241401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~/.claude/skills/ — 모든 프로젝트에 적용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.claude/skills/ — 해당 폴더에서만 적용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8120" y="3182112"/>
            <a:ext cx="3547872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7576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방법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37576" y="358444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/data-verification 으로 직접 호출하거나,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설명과 맞는 요청이면 Claude가 알아서 불러옴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4352544"/>
            <a:ext cx="3547872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37576" y="4480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CLAUDE.md와의 구분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37576" y="475488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지켜야 할 규칙(원본 무수정, 결측 표기,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범위)은 폴더의 CLAUDE.md에 기록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596128"/>
            <a:ext cx="1054303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7241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스킬을 만드는 기준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5998464"/>
            <a:ext cx="9994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지시를 세 번 넘게 붙여넣고 있다면, 그 시점이 스킬로 옮길 때.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443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다음 단계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376678" y="598932"/>
            <a:ext cx="898931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터미널이 유일한 경로는 아님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판단 기준은 도구가 바뀌어도 그대로 적용됨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456432" cy="2468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345643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· 데스크톱 앱 · 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60704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98094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작업이 내 컴퓨터에서 실행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0704" y="352958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419856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스크립트와 데이터가 로컬에 남음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0704" y="396849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85876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자산을 만들기에 가장 적합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3712" y="2057400"/>
            <a:ext cx="3456432" cy="2468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Cowork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3168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앱 · 터미널 불필요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91456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298094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없이 같은 에이전트를 사용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91456" y="352958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3419856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작업은 Anthropic 서버의 격리 환경에서 실행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91456" y="396849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385876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결과물을 내려받는 방식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84464" y="2057400"/>
            <a:ext cx="3456432" cy="2468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문서·표 도구 연동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0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· PowerPoint 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22208" y="30906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5088" y="298094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엑셀로 하던 작업을 이어서 진행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22208" y="352958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5088" y="3419856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문서로 바로 전환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22208" y="396849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385876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동료와 공유하기 쉬움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4754880"/>
            <a:ext cx="10543032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4754880"/>
            <a:ext cx="54864" cy="9144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882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경로가 달라도 같은 것 / 달라지는 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5157216"/>
            <a:ext cx="9994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것 — 기준은 연구자가 정하고, 결과는 독립적인 경로로 검증하고, 절차는 파일로 남긴다.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달라지는 것 — 작업이 실행되는 위치. 미공개 연구 데이터는 반출 규정을 먼저 확인한 뒤 경로를 선택.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21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강사용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47062" y="598932"/>
            <a:ext cx="786561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배포 제외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257800" cy="10789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8653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비결정성 선공지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21579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A 시작 전 "제 화면과 다르게 나옵니다. 그래서 검증을 배웁니다"를 반드시 언급. 화면이 다르다는 질문의 대부분을 예방하며 주제와도 직결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08192" y="1737360"/>
            <a:ext cx="5257800" cy="10789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8653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사전 배포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27648" y="21579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2~10 프롬프트 원문은 공유 문서 링크나 QR로 미리 배포. 직접 타이핑하면 소요 시간이 두 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926080"/>
            <a:ext cx="5257800" cy="10789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054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편차 대응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467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수강생은 유인물의 가정 확인·재현성 확인을 먼저 실행. 느린 수강생은 STEP 6까지 도달하면 학습 목표 달성으로 간주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8192" y="2926080"/>
            <a:ext cx="5257800" cy="10789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054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모드 선공지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33467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2026-08-14부터 auto mode가 기본값이라 예전 교안의 "매번 Yes 승인" 설명은 맞지 않음. STEP 1에서 Shift+Tab 전환을 시연하고, 실데이터에서는 수동 승인이나 plan mode를 쓰라고 최소 두 번 언급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114800"/>
            <a:ext cx="5257800" cy="10789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2428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판정 활용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45354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6에서 X가 나온 화면이 가장 좋은 교보재. 동의를 받아 공유하고 원인 조사 → 수정 → 재검산 과정을 전체 시연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21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강사용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47062" y="598932"/>
            <a:ext cx="786561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배포 제외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조절 가이드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시 줄일 구간과 반드시 유지할 구간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148072" cy="3017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 가능 · 최대 6분 확보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416" y="25420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10 통째 생략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42416" y="279806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−3분 · 유인물로 대체 설명하고 "요청과 검증을 한 문장에" 원칙만 구두 전달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33467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가기(진단·수정 분리) 흡수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42416" y="360273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−1분 · STEP 9 설명에 한 문장으로 포함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42416" y="415137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비교표 정독 단축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440740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−2분 · 일치 판정만 확인하고 넘어감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5148072" cy="3017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11680"/>
            <a:ext cx="51480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 금지 · 교시의 뼈대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55664" y="26334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25420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정제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38544" y="278892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지정한 요청이 무엇인지 보여주는 유일한 지점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55664" y="3236976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31455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행 수 대조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38544" y="339242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실제로 실행해 보는 최소 단위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55664" y="3840480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37490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샘플 검산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38544" y="39959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판정과 수정 순환을 경험하는 지점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55664" y="444398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43525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→ 9 · 모호함에서 구체화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38544" y="459943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교시의 결론이 나오는 구간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230368"/>
            <a:ext cx="1054303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3583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5632704"/>
            <a:ext cx="9994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6까지 도달하면 학습 목표는 달성. 이후 구간은 시간 상황에 맞춰 조절.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21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강사용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47062" y="598932"/>
            <a:ext cx="786561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1/2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질문과 답변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543032" cy="13167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4864" cy="13167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37944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검증도 AI가 하면 자기 오류를 자기가 못 잡는 것 아닌가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" y="2167128"/>
            <a:ext cx="9939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장치가 있음. ① 교차확인은 다른 도구로 계산 ② 서브에이전트를 써서 앞의 답이 남아 있지 않은 별도 맥락에서 계산 — 도구와 맥락이 모두 다르면 같은 오류가 반복될 확률이 낮아짐 ③ 판정 기준(물리 범위, 산식)은 사람이 제공하고 AI는 대조만 수행. 최종 수용은 항상 연구자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0543032" cy="13167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72968"/>
            <a:ext cx="54864" cy="13167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319272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결국 코드를 배워야 하는 것 아닌가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15568" y="3648456"/>
            <a:ext cx="9939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필수는 아님. 병목은 코딩이 아니라 기준 설정이며 이는 도메인 지식의 영역. 궁금하면 "방금 스크립트가 무슨 일을 하는지 코드 없이 단계별로 설명해줘"를 사용. 반복해서 보면 자연히 읽게 되는 것은 부수적 효과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654296"/>
            <a:ext cx="10543032" cy="13167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654296"/>
            <a:ext cx="54864" cy="13167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0600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매번 답변이 강사 화면과 다른데 잘못된 것인가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15568" y="5129784"/>
            <a:ext cx="9939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정상. 대화 문장은 실행마다 달라질 수 있음. 중요한 것은 산출물이며, 스크립트가 남으면 재현성이 확보되고 정확성은 검증 세 가지로 확인. 표현의 다양성과 결과의 정확성은 분리해서 판단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21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강사용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47062" y="598932"/>
            <a:ext cx="786561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2/2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질문과 답변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543032" cy="13167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4864" cy="13167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37944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실제 연구 데이터(미공개·과제 데이터)를 넣어도 되는가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" y="2167128"/>
            <a:ext cx="9939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실행 위치를 구분. Claude Code는 내 컴퓨터에서 파일을 다루고, Cowork나 클라우드 세션은 Anthropic 서버의 격리 환경에서 실행되므로 반출 판단이 달라짐. 그다음 ① 소속 기관·과제의 보안 규정이 우선이며 반출 금지 데이터는 입력 불가 ② 요금제별 데이터 취급 방침은 Anthropic 공식 문서에서 확인. 판단 전에는 합성 데이터나 소량 샘플로 절차를 완성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0543032" cy="13167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72968"/>
            <a:ext cx="54864" cy="13167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319272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결측을 평균으로 채우면 안 되는가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15568" y="3648456"/>
            <a:ext cx="9939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가능하지만 시점이 중요. 평균 대체는 분산을 인위적으로 줄이고, 결측이 특정 조건에 몰려 있으면 편향이 생김. 오늘은 표시만 하기가 기본값이며, 분석 목적이 정해진 뒤 "열별 중앙값으로 채운 버전을 별도 파일로"처럼 규칙만 교체. 원본과 스크립트가 남아 있으면 전략 변경 비용은 문장 하나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654296"/>
            <a:ext cx="10543032" cy="13167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654296"/>
            <a:ext cx="54864" cy="13167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0600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5만 행이 대용량인가 — 실제로는 수백만 행을 다루는데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15568" y="5129784"/>
            <a:ext cx="9939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5만 행은 교육용 크기이며 방법은 그대로 확장됨. 요청 문장은 동일하고 규모에 맞는 도구는 AI가 선택. 수백만 행이면 "데이터가 수백만 행이니 메모리 효율이 좋은 방법으로 처리해줘" 한 줄을 추가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21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강사용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47062" y="598932"/>
            <a:ext cx="786561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77272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배포 금지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데이터셋 명세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sensor_lab_2026.csv · UTF-8(BOM) · 50,000행 × 9열 · 재생성 make_dataset.py (시드 20260706)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245352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중복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120행 → 산식 50,000 − 120 = 49,880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3 · 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temp_c 물리 범위 밖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-999 25건 + 고온(200~260) 5건 = 규칙 5 보고 30건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temp_c 9999 센티널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260건 (규칙 5를 먼저 적용하면 290건 — 규칙 순서 차이)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 ·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 표기 혼재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 1,240 / humidity 1,200 / ph 1,000 (빈칸·NA·-)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 ·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humidity 범위 밖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40건 / 범위 내 IQR 극단 15건 → 정제 후 플래그 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혼재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3형식(34,844 · 9,989 · 5,167), 23.5C 600건, 쉼표 4,000건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 ·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이표기 (예비)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 민준 200건 — 2교시 미사용, 후속 교시 소재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t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5349240"/>
            <a:ext cx="54864" cy="7315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54772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" y="5751576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DD/MM 날짜의 월·일이 뒤바뀐 사례가 수강생 화면에 나오면, 샘플 검산(STEP 6)이 그것을 잡아내는 장면으로 활용.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KISTI 2교시 · 전처리·분석 자동 생성과 AI 검증</dc:title>
  <dc:subject>PptxGenJS Presentation</dc:subject>
  <dc:creator>KISTI</dc:creator>
  <cp:lastModifiedBy>KISTI</cp:lastModifiedBy>
  <cp:revision>1</cp:revision>
  <dcterms:created xsi:type="dcterms:W3CDTF">2026-08-18T16:11:04Z</dcterms:created>
  <dcterms:modified xsi:type="dcterms:W3CDTF">2026-08-18T16:11:04Z</dcterms:modified>
</cp:coreProperties>
</file>