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5교시는 오늘의 분기점입니다. 지금까지는 한 번 잘 돌리는 법을 배웠고, 이번 시간은 그것을 언제든 다시 돌아가게 파일로 굳히는 법을 배웁니다.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왼쪽이 오늘 배우는 능력, 오른쪽이 끝나고 폴더에 남는 파일입니다. 능력은 눈에 안 보이지만 파일 4개는 남습니다.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실습이 STEP 0부터 5까지 여섯 계단입니다. 지금 어디쯤인지는 매 실습 슬라이드 우측 상단에 표시해 두겠습니다.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도움으로 데이터를 정제하고 그림까지 뽑아 논문을 냈는데, 석 달 뒤 추가 데이터로 다시 분석하라는 심사평이 옵니다. 그런데 그 분석 절차는 닫힌 대화창 안에만 있었습니다.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끝나면 폴더에 명령 한 번으로 새 데이터가 전 과정을 다시 도는 자산이 생깁니다. 심사평이 와도, 다음 달 데이터가 와도, 동료가 넘겨받아도 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표의 첫 줄만 기억하면 됩니다. 절차가 대화창에 남느냐 파일에 남느냐. 나머지 세 줄은 그 결과입니다.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문장만 기억하면 됩니다. 규칙은 CLAUDE.md 에 적는다, 절차는 Skill 로 만든다, 만든 Skill 은 슬래시 이름으로 부른다.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네 이름은 실습 내내 화면에 계속 나옵니다. 지금은 역할만 알아 두시면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그림이 오늘의 지도입니다. 왼쪽에서 출발해 오른쪽에 도착하면 끝입니다.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앞 시간에 뭘 못 만들었어도 괜찮습니다. 오늘은 완전히 새 폴더에서 시작하고, 모두 출발선이 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여기까지 안 되면 다음 단계가 전부 막힙니다. 옆자리와 화면을 비교해 보고, 안 되는 분은 손을 들어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올해 8월부터 권한 기본값이 자동 모드로 바뀌었습니다. 승인 창이 안 뜬다고 고장이 아닙니다. 되돌리는 방법과 계획을 먼저 보는 방법, 이 두 가지만 알아 두면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우리는 코드를 읽는 사람이 아니라 시키고 검증하는 사람입니다. AI 스스로 문제를 지적하게 만드는 것이 이 단계의 목적입니다.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조건 1은 데이터를 인자로 빼라, 조건 2는 엔진을 통일하라, 조건 5는 만들고 나서 스스로 검증까지 하라. 검증을 시키는 습관이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숫자로만 확인하면 속기 쉽습니다. 봄 데이터니까 기온이 올라가야 정상입니다. 우상향 선이 보이면 제대로 돈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옆 사람 화면과 비교해 보세요. 누구는 순수 DuckDB, 누구는 정제에 Polars가 섞였을 겁니다. 오류가 아닙니다. 판정 기준은 아래 두 가지뿐입니다.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파이프라인은 생겼지만 이상치를 몇 도부터 자르는지 같은 기준은 아직 코드 속에 숨어 있습니다. 기준은 사람이 읽을 수 있게 꺼내 둬야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규칙을 적기만 하는 게 아니라, 마지막 줄에서 파이프라인이 이 규칙과 어긋나면 고치라고까지 시킵니다. 규칙과 코드가 한 번에 맞춰집니다.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규칙을 적는 자리가 네 군데입니다. 오늘은 프로젝트 CLAUDE.md 하나만 쓰지만, 규칙이 길어지면 rules 폴더로 나누면 됩니다. 자동 메모는 Claude가 알아서 적는 쪽이라 구분해 두세요.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조각입니다. 폴더 이름이 곧 명령 이름입니다. allowed-tools 를 적어 두면 실행할 때마다 승인을 묻지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원래는 스킬을 만들면 그 자리에서 인식됩니다. 다만 오늘은 skills 폴더 자체가 세션 도중에 새로 생겼기 때문에 한 번만 재시작이 필요합니다. 다 같이 exit 하고 다 같이 claude로 들어옵시다.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검색하면 commands 폴더에 파일을 넣으라는 글이 나올 겁니다. 여전히 동작하지만 새로 만들 땐 SKILL.md 하나면 됩니다. 아래 네 가지는 오늘 범위를 넘지만, 나중에 필요해질 항목입니다.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핵심 장면입니다. 심사평이 왔다고 가정하면, 우리가 할 일은 이 한 줄뿐입니다. 코드는 건드리지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중요한 건 2번입니다. 수치가 봄과 똑같으면 오히려 실패입니다. 새 데이터를 처리했다면 숫자가 달라져야 정상입니다.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한 일은 하드코딩된 경로를 인자로 뺀 것뿐입니다. 코드는 그대로, 바뀌는 건 인자뿐. 이게 재현성의 절반이고, 나머지 절반은 기준을 파일로 남긴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오류가 나도 당황하지 마세요. 이 네 가지가 대부분이고 원인이 정해져 있습니다. 오류 전문을 복사해 붙여넣고 오른쪽 문장을 그대로 시키면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폴더에 남은 것을 한 장으로 정리했습니다. 이 폴더를 통째로 복사하면 그게 곧 연구실의 자산입니다.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줄을 같이 확인하겠습니다. 세 항목이 다 통과하면 오늘 만든 것이 재현 가능한 자산이라는 뜻입니다.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여기부터는 강사용 별첨입니다. 수업 중 나오는 질문 대부분은 예상 질문 6종에 답이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24728" y="2240280"/>
            <a:ext cx="548640" cy="4572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42032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데이터만 바꿔도</a:t>
            </a:r>
            <a:endParaRPr lang="en-US" sz="3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재생산되는 워크플로우 자산화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42062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스크립트 3개를 명령 한 번으로 도는 연구 자산으로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539496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5교시 / 60분   ·   대용량 연구 데이터 전처리·분석 자동화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교시 개요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255266" y="603504"/>
            <a:ext cx="9110726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끝나면 폴더에 파일 4개가 남음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파일 4개가 곧 '명령 한 번으로 새 데이터를 처리하는' 상태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5교시 · 워크플로우 자산화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5148072" cy="30175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21762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42416" y="257860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08760" y="2560320"/>
            <a:ext cx="4242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일회성 대화와 자산화된 파이프라인의 차이를 설명할 수 있음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42416" y="317296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08760" y="3154680"/>
            <a:ext cx="4242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분리된 스크립트를 인자 기반 단일 파이프라인으로 통합 요청할 수 있음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42416" y="376732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08760" y="3749040"/>
            <a:ext cx="4242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규칙은 CLAUDE.md 에, 실행 절차는 Skill 로 등록할 수 있음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42416" y="436168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08760" y="4343400"/>
            <a:ext cx="4242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데이터로 교체 후 명령 한 번으로 재생산하고 성공을 판정할 수 있음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2011680"/>
            <a:ext cx="5148072" cy="30175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37376" y="21762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결과물 · 자산 4종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37376" y="2578608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run_pipeline.py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37376" y="2825496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 → 분석 → 산출물 실행체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37376" y="3172968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37376" y="3419856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분석 규칙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37376" y="3767328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.claude/skills/run-pipeline/SKILL.md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37376" y="4014216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절차 Skill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37376" y="4361688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results/spring · results/summer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37376" y="4608576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재생산된 산출물 2세트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" y="5257800"/>
            <a:ext cx="10543032" cy="868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2416" y="540410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판정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42416" y="5669280"/>
            <a:ext cx="10104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파일만 바꿔 명령 한 번을 실행했을 때, 산출물 6종이 새 수치로 다시 생성되면 자산화 성공.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진행 순서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255266" y="603504"/>
            <a:ext cx="9110726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60분 로드맵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10분으로 이유를 잡고, 실습 40분에 자산을 쌓은 뒤, 10분 정리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5교시 · 워크플로우 자산화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65960"/>
          <a:ext cx="1054303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554480"/>
                <a:gridCol w="761695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DF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00–03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 확인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절차가 대화 속에만 남았을 때 생기는 문제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DF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03–10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 vs 자산화 · 자산화 수단 3가지 · 오늘의 도구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DF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10–13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 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 파일 준비 · 환경 동기화 · 실행 · 안전장치 확인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DF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13–17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 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배포된 스크립트 3개의 역할·입출력 파악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DF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17–25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 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파이프라인 통합 — 파라미터화 + DuckDB·Parquet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DF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25–32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 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CLAUDE.md 에 분석 규칙 기록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DF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32–40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 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절차를 Skill 로 등록 → /run-pipeline 확인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DF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40–50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 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데이터로 교체 → 명령 한 번 재생산 → 판정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DF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50–60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체크리스트 · 남은 자산 확인 · Q&amp;A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문제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855216" y="603504"/>
            <a:ext cx="9510776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속에만 있던 절차는 창을 닫으면 사라짐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정해 준 기준이 파일로 남지 않으면, 몇 달 뒤 같은 결과를 다시 만들 수 없음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5교시 · 워크플로우 자산화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10543032" cy="868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011680"/>
            <a:ext cx="54864" cy="86868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139696"/>
            <a:ext cx="9994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 뒤 도착한 심사평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432304"/>
            <a:ext cx="9994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“추가 데이터로 같은 분석을 다시 수행하시오.”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200400"/>
            <a:ext cx="3090672" cy="10972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200400"/>
            <a:ext cx="3090672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310128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대화로 처리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2688" y="3639312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 기준·이상치 컷·처리 순서를 대화 중에 결정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913632" y="320040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53712" y="3200400"/>
            <a:ext cx="3090672" cy="10972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53712" y="3200400"/>
            <a:ext cx="3090672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310128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투고 후 3개월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3639312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대화창은 이미 닫혀 있고 기록도 없음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644384" y="320040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284464" y="3200400"/>
            <a:ext cx="3090672" cy="10972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84464" y="3200400"/>
            <a:ext cx="3090672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94192" y="3310128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기준으로 재현 불가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94192" y="3639312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다시 시켜도 기준이 같다는 보장 없음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2960" y="4617720"/>
            <a:ext cx="10543032" cy="868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2416" y="476402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42416" y="5029200"/>
            <a:ext cx="10104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시킬 수는 있음. 다만 그때와 같은 기준으로 시켰다는 보장이 없음 — 이것이 AI 시대의 재현성(reproducibility) 문제.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조건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855216" y="603504"/>
            <a:ext cx="9510776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재현성 = 같은 데이터 + 같은 절차 → 같은 결과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데이터는 이미 파일. 절차도 파일로 남아야 등식이 성립함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5교시 · 워크플로우 자산화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3090672" cy="10515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121408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데이터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32688" y="2450592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CSV·Parquet 등 이미 파일 형태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13632" y="201168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53712" y="2011680"/>
            <a:ext cx="3090672" cy="10515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121408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절차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63440" y="2450592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지금까지는 대화 속에만 존재 — 오늘 파일로 전환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644384" y="201168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84464" y="2011680"/>
            <a:ext cx="3090672" cy="10515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2121408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결과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94192" y="2450592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표·그림·보고서가 언제 돌려도 동일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" y="333756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교시가 해결하는 현장 문제 3가지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3703320"/>
            <a:ext cx="3310128" cy="11887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2416" y="388620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리비전 대응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42416" y="4233672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달 뒤 심사평이 와도 동일한 기준으로 재분석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39412" y="3703320"/>
            <a:ext cx="3310128" cy="11887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58868" y="388620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유입 데이터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658868" y="4233672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매달 들어오는 새 배치를 명령 한 번으로 처리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55864" y="3703320"/>
            <a:ext cx="3310128" cy="11887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388620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인수인계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275320" y="4233672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하나를 넘기면 후임자도 같은 결과를 재현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" y="5120640"/>
            <a:ext cx="10543032" cy="8229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2416" y="526694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42416" y="5532120"/>
            <a:ext cx="10104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대화는 절차가 아님. 절차를 파일로 남기는 일이 자산화이고, 오늘 실습이 정확히 그 작업.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개념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855216" y="603504"/>
            <a:ext cx="9510776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일회성 대화와 자산화된 파이프라인의 차이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차이는 '절차가 어디에 남는가' 한 가지에서 갈라짐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5교시 · 워크플로우 자산화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054303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  <a:gridCol w="414223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일회성 대화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자산화된 파이프라인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DF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절차가 남는 곳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대화창 — 창을 닫으면 사라짐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— 스크립트·규칙·Skill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DF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3개월 뒤 재실행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기억에 의존, 기준이 흔들림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명령 한 번, 기준 동일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DF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데이터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처음부터 다시 설명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경로만 바꿔 실행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DF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공동연구자 공유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사실상 불가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폴더째 전달 (Git 이면 이력까지)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22960" y="5029200"/>
            <a:ext cx="10543032" cy="868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42416" y="517550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42416" y="5440680"/>
            <a:ext cx="10104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대화는 절차가 아님. 절차가 파일로 남아 있어야 같은 결과를 다시 만들 수 있고, 그 상태를 자산화라고 부름.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수단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855216" y="603504"/>
            <a:ext cx="9510776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규칙은 CLAUDE.md, 절차는 Skill, 호출은 /이름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만드는 자산은 모두 이 세 가지 중 하나의 형태로 저장됨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5교시 · 워크플로우 자산화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3392424" cy="26060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2176272"/>
            <a:ext cx="2953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2416" y="2542032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언제나 지킬 규칙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42416" y="2852928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프로젝트 폴더 최상단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42416" y="3200400"/>
            <a:ext cx="2953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세션을 시작할 때 자동으로 읽히고 작업 내내 적용됨. /init 으로 초안을 자동 생성할 수 있음.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98264" y="2011680"/>
            <a:ext cx="3392424" cy="26060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176272"/>
            <a:ext cx="2953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2542032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시켰을 때 수행할 절차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17720" y="2852928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.claude/skills/&lt;이름&gt;/SKILL.md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17720" y="3200400"/>
            <a:ext cx="2953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이름이 그대로 명령 이름이 됨. description 이 자동 발동의 판단 기준. 스크립트·참고 파일을 같은 폴더에 둘 수 있음.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973568" y="2011680"/>
            <a:ext cx="3392424" cy="26060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93024" y="2176272"/>
            <a:ext cx="2953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/이름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93024" y="2542032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 을 부르는 문법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93024" y="2852928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/run-pipeline &lt;입력&gt; &lt;출력&gt;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193024" y="3200400"/>
            <a:ext cx="2953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수단이 아니라 Skill 의 호출 방법. 자연어가 description 과 맞으면 자동 발동도 함. 수동 전용으로 고정할 수도 있음.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2960" y="4892040"/>
            <a:ext cx="10543032" cy="868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2416" y="503834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 기준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42416" y="5303520"/>
            <a:ext cx="10104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 내용이 파이프라인 실행 말고 다른 작업에도 적용되는가?” — 그렇다면 CLAUDE.md, 이 작업에만 해당하면 Skill. SKILL.md 는 Agent Skills 개방 표준이라 다른 AI 코딩 도구에서도 그대로 동작함.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용어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855216" y="603504"/>
            <a:ext cx="9510776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화면에 나오는 이름 4개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이름과 역할만 알아 두면 실습에서 막히지 않음 — 깊은 이해는 필요 없음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5교시 · 워크플로우 자산화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2057400"/>
            <a:ext cx="5148072" cy="14630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2221992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42416" y="256946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터미널에서 쓰는 AI 코딩 도구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42416" y="289864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전체를 읽고 파일을 직접 만들고 고침. 오늘 실습은 전부 이 안에서 진행.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2057400"/>
            <a:ext cx="5148072" cy="14630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2221992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37376" y="256946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실행 환경 관리 도구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37376" y="289864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 sync 로 필요한 라이브러리를 한 번에 맞춤. 실행은 uv run 으로 함.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3749040"/>
            <a:ext cx="5148072" cy="14630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3913632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DuckDB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42416" y="426110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그대로 읽어 SQL 로 집계하는 분석용 DB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42416" y="459028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설치가 필요 없고 큰 CSV·Parquet 을 빠르게 집계함.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3749040"/>
            <a:ext cx="5148072" cy="14630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37376" y="3913632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Parquet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37376" y="426110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단위로 저장하는 데이터 파일 형식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37376" y="459028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데이터를 CSV 보다 작게 저장하고 더 빨리 읽음. 단계 사이 중간 저장에 사용.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" y="5486400"/>
            <a:ext cx="10543032" cy="7772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563270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2416" y="5897880"/>
            <a:ext cx="10104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모두 시작 파일과 실습 환경에 이미 준비되어 있음. 직접 설치할 것은 없음.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전체 그림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255266" y="603504"/>
            <a:ext cx="9110726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 3개에서 자산 3개로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 상태에서 출발해 오른쪽 상태로 바꾸는 것이 오늘 실습의 전부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5교시 · 워크플로우 자산화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5148072" cy="26974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21762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 · 배포된 시작 파일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42416" y="254203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CE7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step1_preprocess.py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42416" y="2779776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 · pandas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42416" y="3044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CE7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step2_analyze.py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42416" y="3282696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집계 · DuckDB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42416" y="35478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CE7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step3_report.py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42416" y="3785616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표·그림·보고서 · pandas + matplotlib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42416" y="41148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경로가 코드 안에 하드코딩됨 · 세 번 나눠 실행 · 엔진이 제각각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71032" y="2011680"/>
            <a:ext cx="24688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217920" y="2011680"/>
            <a:ext cx="5148072" cy="26974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37376" y="21762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 · 자산화된 상태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37376" y="254203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run_pipeline.py --input --output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37376" y="2779776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실행체 · 경로는 인자로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37376" y="3044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37376" y="3282696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규칙 (자동으로 읽힘)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37376" y="35478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.claude/skills/run-pipeline/SKILL.md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37376" y="3785616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절차 Skill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37376" y="41148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경로만 바꿔 명령 한 번 · 엔진은 DuckDB + Parquet 으로 통일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2960" y="4937760"/>
            <a:ext cx="10543032" cy="8229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508406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도착점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42416" y="5349240"/>
            <a:ext cx="10104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sensor_data_summer.csv  →  /run-pipeline 한 번  →  산출물 6종이 여름 수치로 자동 재생성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실습 안내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255266" y="603504"/>
            <a:ext cx="9110726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실습은 배포된 폴더 하나에서 시작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교시에서 만든 파일은 사용하지 않음 — 모두 같은 출발선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5교시 · 워크플로우 자산화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3310128" cy="16916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219456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파일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42416" y="2542032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강사가 배포한 lesson5_starter 폴더 하나로 시작. 데이터 2종, 스크립트 3종, 환경 파일이 들어 있음.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9412" y="2011680"/>
            <a:ext cx="3310128" cy="16916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8868" y="219456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출발선 동일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58868" y="2542032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중도 참여나 진도 차이가 있어도 상관없음. 개인이 이전에 만든 파일은 일절 쓰지 않음.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55864" y="2011680"/>
            <a:ext cx="3310128" cy="16916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19456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방식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75320" y="2542032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0부터 5까지 여섯 단계. 각 단계가 끝날 때마다 확인 항목을 함께 점검함.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4023360"/>
            <a:ext cx="1581912" cy="7772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114800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4370832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615184" y="4023360"/>
            <a:ext cx="1581912" cy="7772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06624" y="4114800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06624" y="4370832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파악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407408" y="4023360"/>
            <a:ext cx="1581912" cy="7772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98848" y="4114800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98848" y="4370832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99632" y="4023360"/>
            <a:ext cx="1581912" cy="7772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4114800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91072" y="4370832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991856" y="4023360"/>
            <a:ext cx="1581912" cy="7772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83296" y="4114800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83296" y="4370832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784080" y="4023360"/>
            <a:ext cx="1581912" cy="7772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75520" y="4114800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875520" y="4370832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재생산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22960" y="5074920"/>
            <a:ext cx="10543032" cy="8229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2416" y="522122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42416" y="5486400"/>
            <a:ext cx="10104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이름이 낯익다면 앞 교시에서 개념으로 다뤘기 때문. 오늘은 그 도구들을 하나의 자산으로 묶는 시간.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 · 준비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267966" y="603504"/>
            <a:ext cx="7378954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65792" y="457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 /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 풀기 → 환경 동기화 → Claude Code 실행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동작이면 준비 완료. 여기까지는 모두 같은 화면이 되어야 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5교시 · 워크플로우 자산화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2011680"/>
            <a:ext cx="5148072" cy="13258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1762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0-1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09344" y="2176272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 풀기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42416" y="252374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lesson5_starter.zip  우클릭 → 압축 풀기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42416" y="2852928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바탕화면에 lesson5_starter 폴더가 생기면 정상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2011680"/>
            <a:ext cx="5148072" cy="13258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21762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0-2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04304" y="2176272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PowerShell 열기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37376" y="252374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[Windows 키] → powershell → Enter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37376" y="2852928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검은 창이 뜨면 정상. 관리자 권한은 필요 없음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" y="3520440"/>
            <a:ext cx="5148072" cy="13258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6850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0-3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09344" y="3685032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이동 · 환경 동기화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42416" y="403250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~\Desktop\lesson5_starter   /   uv sync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42416" y="4361688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줄씩 Enter. Installed N packages 로 끝나면 정상 (30초~1분)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3520440"/>
            <a:ext cx="5148072" cy="13258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37376" y="36850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0-4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04304" y="3685032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실행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37376" y="403250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37376" y="4361688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창에서 입력. 프롬프트가 바뀌면 실행된 것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2960" y="5120640"/>
            <a:ext cx="10543032" cy="8229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2416" y="526694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42416" y="5532120"/>
            <a:ext cx="10104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안에 data · scripts · pyproject.toml · uv.lock · README.txt 가 모두 보이는지 확인. 하나라도 없으면 압축 해제 위치를 다시 확인.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 · 안전장치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598166" y="603504"/>
            <a:ext cx="7048754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65792" y="457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 /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중 사고를 막는 장치 3가지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8월부터 새 세션은 자동 모드로 시작 — 일부 동작은 승인을 묻지 않고 진행됨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5교시 · 워크플로우 자산화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2057400"/>
            <a:ext cx="3310128" cy="2286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221992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모드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42416" y="2578608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Shift+Tab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42416" y="2944368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모드에서는 별도 검토 모델이 동작을 먼저 확인하고 진행함. 매번 직접 승인하려면 Shift+Tab 으로 수동 모드로 전환.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39412" y="2057400"/>
            <a:ext cx="3310128" cy="2286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58868" y="2221992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모드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58868" y="2578608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Shift+Tab 두 번  /  /plan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58868" y="2944368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고치지 않고 계획만 세움. 승인해야 수정이 시작되므로 변경 범위가 큰 작업 앞에 넣음.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55864" y="2057400"/>
            <a:ext cx="3310128" cy="2286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2221992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75320" y="2578608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 두 번  /  /rewind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75320" y="2944368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직전 상태로 되돌림. 코드만·대화만·둘 다 중 선택. Git 커밋을 대신하지는 않음.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4572000"/>
            <a:ext cx="10543032" cy="868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2416" y="471830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권장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42416" y="4983480"/>
            <a:ext cx="10104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통합처럼 변경 범위가 큰 작업은 Plan 모드로 계획을 먼저 확인하고 승인. 결과가 이상하면 Esc 두 번으로 되돌린 뒤 다시 요청.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· 파악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267966" y="603504"/>
            <a:ext cx="7378954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65792" y="457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/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스크립트를 직접 읽지 말고 표로 정리시킴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읽는 대신 시키고 확인하는 방식으로 진행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5교시 · 워크플로우 자산화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2011680"/>
            <a:ext cx="6400800" cy="2514600"/>
          </a:xfrm>
          <a:prstGeom prst="rect">
            <a:avLst/>
          </a:prstGeom>
          <a:solidFill>
            <a:srgbClr val="13110B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176272"/>
            <a:ext cx="5961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원문 — 그대로 복사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42416" y="2487168"/>
            <a:ext cx="5961888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scripts 폴더의 스크립트 3개(step1_preprocess.py,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step2_analyze.py, step3_report.py)가 각각 무엇을 하는지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[이름 / 하는 일 / 입력 / 출력 / 라이브러리] 5개 열 표로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정리해줘. 아직 실행하지는 마.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그대로 쓸 때 불편하거나 위험한 점도 알려줘.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434072" y="2011680"/>
            <a:ext cx="3931920" cy="25146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53528" y="217627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표가 나오면 정상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653528" y="2542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03920" y="25420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 · pandas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53528" y="29809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03920" y="29809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집계 · DuckDB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53528" y="34198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03920" y="34198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· pandas + matplotlib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53528" y="3931920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열이 모두 채워지고, 불편한 점이 2~3개 지적되면 정상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2960" y="4800600"/>
            <a:ext cx="10543032" cy="1005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2416" y="494690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42416" y="5212080"/>
            <a:ext cx="10104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 예시 — 경로가 코드 안에 박혀 있음 · 세 번 나눠 실행해야 함 · 중간 파일이 CSV 라 무거움 · 엔진이 제각각. AI 가 “데이터를 바꾸려면 코드 세 군데를 고쳐야 한다”고 말하면, 그 구조를 STEP 2 에서 고침.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통합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267966" y="603504"/>
            <a:ext cx="7378954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65792" y="457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/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 3개를 파이프라인 1개로 통합 요청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다섯 개를 그대로 붙여 넣는 것이 이 교시의 핵심 동작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5교시 · 워크플로우 자산화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2011680"/>
            <a:ext cx="10543032" cy="2880360"/>
          </a:xfrm>
          <a:prstGeom prst="rect">
            <a:avLst/>
          </a:prstGeom>
          <a:solidFill>
            <a:srgbClr val="13110B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176272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원문 — 그대로 복사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42416" y="2487168"/>
            <a:ext cx="10104120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scripts 폴더의 스크립트 3개를 하나의 파이프라인 스크립트 run_pipeline.py 로 통합해줘. 조건은 다음과 같아.</a:t>
            </a:r>
            <a:endParaRPr lang="en-US" sz="1150" dirty="0"/>
          </a:p>
          <a:p>
            <a:pPr algn="l" indent="0" marL="0">
              <a:lnSpc>
                <a:spcPct val="135000"/>
              </a:lnSpc>
              <a:buNone/>
            </a:pPr>
            <a:endParaRPr lang="en-US" sz="11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입력 CSV 경로와 출력 폴더를 명령줄 인자 --input, --output 으로 받게 하고, 경로를 코드 안에 하드코딩하지 마.</a:t>
            </a:r>
            <a:endParaRPr lang="en-US" sz="11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적재·정제·집계 엔진은 DuckDB 로 통일하고, 단계 사이에 주고받는 중간 데이터는 CSV 대신 Parquet 으로 저장해줘.</a:t>
            </a:r>
            <a:endParaRPr lang="en-US" sz="11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처리 내용(전처리 규칙, 집계 항목, 그림 2종, 보고서)은 기존 스크립트 3개와 동일하게 유지해줘.</a:t>
            </a:r>
            <a:endParaRPr lang="en-US" sz="11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산출물은 출력 폴더 아래에 정확히 다음 6개 파일로 생성해줘:</a:t>
            </a:r>
            <a:endParaRPr lang="en-US" sz="11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clean_data.parquet, daily_summary.csv, monthly_stats.csv, fig_daily_temp.png, fig_error_rate.png, report.md</a:t>
            </a:r>
            <a:endParaRPr lang="en-US" sz="11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통합이 끝나면 data/sensor_data_spring.csv 를 입력, results/spring 을 출력 폴더로 해서 uv run 으로 직접</a:t>
            </a:r>
            <a:endParaRPr lang="en-US" sz="11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실행하고, 6개 파일이 모두 생성됐는지와 집계 수치가 기존 스크립트 결과와 일치하는지 검증해서 보고해줘.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5120640"/>
            <a:ext cx="3310128" cy="6858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5120640"/>
            <a:ext cx="3310128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212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조건 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05840" y="545896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파라미터화 — 경로를 인자로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39412" y="5120640"/>
            <a:ext cx="3310128" cy="6858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9412" y="5120640"/>
            <a:ext cx="3310128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2292" y="5212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조건 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22292" y="545896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통일 — DuckDB + Parquet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55864" y="5120640"/>
            <a:ext cx="3310128" cy="6858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55864" y="5120640"/>
            <a:ext cx="3310128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38744" y="5212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조건 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38744" y="545896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자기검증 — 실행하고 수치까지 확인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확인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267966" y="603504"/>
            <a:ext cx="7378954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65792" y="457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/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6종과 그림 한 장으로 성공을 확인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보고만 믿지 말고 그림을 열어 눈으로 확인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5교시 · 워크플로우 자산화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2011680"/>
            <a:ext cx="3310128" cy="17373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19456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파일 생성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42416" y="2542032"/>
            <a:ext cx="2871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run_pipeline.py 가 생성됨. 권한 모드에 따라 승인을 묻거나 바로 진행됨.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9412" y="2011680"/>
            <a:ext cx="3310128" cy="17373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58868" y="219456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자기검증 보고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58868" y="2542032"/>
            <a:ext cx="2871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results/spring 에 6개 파일 생성, 집계 수치가 기존 결과와 일치한다는 보고가 표시됨.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55864" y="2011680"/>
            <a:ext cx="3310128" cy="17373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219456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눈으로 확인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75320" y="2542032"/>
            <a:ext cx="2871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fig_daily_temp.png 를 열어 약 5℃에서 20℃로 올라가는 봄 곡선이 보이면 정상.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3931920"/>
            <a:ext cx="10543032" cy="12344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407822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6종 · results/spring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" y="44074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7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clean_data.parquet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25696" y="44074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7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daily_summary.csv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808976" y="44074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7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monthly_stats.csv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42416" y="47365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7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fig_daily_temp.png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25696" y="47365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7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fig_error_rate.png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808976" y="47365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7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report.md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5349240"/>
            <a:ext cx="10543032" cy="7315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2416" y="549554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42416" y="5760720"/>
            <a:ext cx="10104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파일이 모두 있고, 그림이 봄 기온 흐름과 맞으면 STEP 2 통과.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짚고 넘어가기 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337816" y="603504"/>
            <a:ext cx="7309104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65792" y="457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직후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섞여 있어도 정상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지시는 '축을 DuckDB + Parquet 으로 통일'이었고, 세부 처리에 다른 도구가 섞이는 것은 실무 표준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5교시 · 워크플로우 자산화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48840"/>
          <a:ext cx="1054303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377440"/>
                <a:gridCol w="50566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 유형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도구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대량 적재 · 집계 · 조인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DF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DuckDB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SQL 엔진이라 큰 데이터를 한 번에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 단위 문자열 정제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DF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Polars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 단위 변환이 빠르고 코드가 짧음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그림 직전 소량 손질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DF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pandas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matplotlib 과 연결이 간단함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22960" y="4206240"/>
            <a:ext cx="10543032" cy="1143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2416" y="435254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합격 판정 — 둘 다 '예'면 통과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42416" y="46634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단계 사이 중간 산출물이 Parquet 인가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035040" y="4663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무거운 적재·집계가 DuckDB 로 처리되는가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규칙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267966" y="603504"/>
            <a:ext cx="7378954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65792" y="457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/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속에 숨은 기준을 규칙 파일로 꺼냄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 는 세션을 시작할 때마다 자동으로 읽히는 프로젝트 규칙 파일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5교시 · 워크플로우 자산화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2011680"/>
            <a:ext cx="3840480" cy="26517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176272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3-1 · 초안 생성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42416" y="2487168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/init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42416" y="2880360"/>
            <a:ext cx="34015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가 프로젝트를 훑어 CLAUDE.md 초안을 만듦.</a:t>
            </a:r>
            <a:endParaRPr lang="en-US" sz="1150" dirty="0"/>
          </a:p>
          <a:p>
            <a:pPr algn="l" indent="0" marL="0">
              <a:lnSpc>
                <a:spcPct val="135000"/>
              </a:lnSpc>
              <a:buNone/>
            </a:pPr>
            <a:endParaRPr lang="en-US" sz="11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안내가 표시되면 다음 단계로 진행. 이미 파일이 있으면 덮어쓰지 않고 개선안을 제시함.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37760" y="2011680"/>
            <a:ext cx="6428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3-2 · 기록할 규칙 3묶음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2377440"/>
            <a:ext cx="6428232" cy="6858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57216" y="2450592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처리 규칙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57216" y="272491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 형식 통일 · status 표준화 · 이상치와 불가능값 제거 · 결측은 센서별 중앙값 대체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37760" y="3154680"/>
            <a:ext cx="6428232" cy="6858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57216" y="3227832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규칙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57216" y="350215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적재·정제·집계는 DuckDB, 중간 산출물은 Parquet 으로 저장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37760" y="3931920"/>
            <a:ext cx="6428232" cy="6858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57216" y="4005072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규칙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57216" y="427939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폴더 격리 · 파일명 6종 고정 · 그림 규격 10×5in · 150dpi · Malgun Gothic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2960" y="4892040"/>
            <a:ext cx="10543032" cy="8229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2416" y="503834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기준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42416" y="5303520"/>
            <a:ext cx="10104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기준이 코드 안에만 있으면 사람이 확인할 수 없음. CLAUDE.md 는 매 세션 통째로 읽히므로 200줄 이하를 목표로 하고, 길어지면 .claude/rules/ 로 나눔.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기록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267966" y="603504"/>
            <a:ext cx="7378954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65792" y="457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/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규칙을 기록하고, 코드가 규칙과 맞는지 점검까지 요청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한 줄이 규칙과 코드를 한 번에 정렬시킴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5교시 · 워크플로우 자산화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2011680"/>
            <a:ext cx="7040880" cy="4023360"/>
          </a:xfrm>
          <a:prstGeom prst="rect">
            <a:avLst/>
          </a:prstGeom>
          <a:solidFill>
            <a:srgbClr val="13110B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176272"/>
            <a:ext cx="6601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원문 — 그대로 복사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42416" y="2487168"/>
            <a:ext cx="6601968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 에 "분석 규칙" 섹션을 추가하고 아래 규칙을 기록해줘.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프로젝트의 모든 데이터 처리·산출물 생성은 이 규칙을 따라야 해.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[데이터 처리 규칙]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timestamp 는 ISO 8601(YYYY-MM-DD HH:MM:SS)로 통일한다.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status 는 OK / ERROR 두 값으로만 표준화한다.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temperature 의 -999, 9999 및 -30℃ 미만·60℃ 초과는 제거하고,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제거 건수를 report.md 에 기록한다.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temperature·humidity 결측은 센서별 중앙값으로 대체하고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대체 건수를 report.md 에 기록한다.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[엔진 규칙]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적재·정제·집계는 DuckDB, 중간 산출물은 Parquet 으로 저장한다.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[산출물 규칙]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지정한 출력 폴더 아래에만 생성하고, 기존 결과를 덮어쓰지 않는다.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파일 6종의 이름을 고정한다.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그림은 10×5in · 150dpi · Malgun Gothic, 제목·축 라벨을 넣는다.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후 run_pipeline.py 가 규칙과 어긋나면 맞게 수정해줘.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74152" y="2011680"/>
            <a:ext cx="3291840" cy="40233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93608" y="2176272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93608" y="2606040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 에 세 규칙 묶음이 추가됨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93608" y="3136392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처리 · 엔진 · 산출물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93608" y="3566160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/context 로 로딩 확인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93608" y="4096512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 files 목록에 CLAUDE.md 가 보이면 정상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93608" y="4526280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점검·수정 보고가 함께 나옴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93608" y="5056632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그림 폰트가 지정되지 않아 수정함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짚고 넘어가기 ②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337816" y="603504"/>
            <a:ext cx="7309104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65792" y="457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직후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규칙은 네 갈래로 관리함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다음에 Claude Code 를 켜면 아무 말 하지 않아도 이 규칙이 먼저 적용됨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5교시 · 워크플로우 자산화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2057400"/>
            <a:ext cx="5148072" cy="13716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20370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CLAUDE.md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42416" y="251460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./CLAUDE.md 또는 ./.claude/CLAUDE.md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42416" y="282549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연구에만 적용. 폴더를 공유하면 함께 전달됨. 200줄 이하 권장.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2057400"/>
            <a:ext cx="5148072" cy="13716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220370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전역 CLAUDE.md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37376" y="251460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~/.claude/CLAUDE.md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37376" y="282549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프로젝트에 적용되는 개인 규칙. 공유되지 않음.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3657600"/>
            <a:ext cx="5148072" cy="13716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80390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.claude/rules/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42416" y="411480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.claude/rules/&lt;주제&gt;.md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42416" y="442569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규칙이 길어지면 주제별로 분리. paths 를 적으면 해당 파일을 다룰 때만 읽힘.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3657600"/>
            <a:ext cx="5148072" cy="13716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7376" y="380390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메모 (auto memory)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37376" y="411480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/memory · /context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37376" y="442569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교정과 선호를 Claude 가 스스로 기록. /memory 로 열어 보고, /context 로 실제 로딩을 확인.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" y="5349240"/>
            <a:ext cx="10543032" cy="7772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2416" y="549554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42416" y="5760720"/>
            <a:ext cx="10104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규칙은 프로젝트 쪽에 적어야 함. 개인 전역 파일에 적으면 폴더를 공유해도 규칙이 함께 가지 않음.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· 등록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267966" y="603504"/>
            <a:ext cx="7378954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65792" y="457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/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절차를 이름 붙인 Skill 로 등록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이름은 frontmatter 가 아니라 폴더 이름에서 나옴 — run-pipeline 폴더가 곧 /run-pipeline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5교시 · 워크플로우 자산화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2011680"/>
            <a:ext cx="6400800" cy="4114800"/>
          </a:xfrm>
          <a:prstGeom prst="rect">
            <a:avLst/>
          </a:prstGeom>
          <a:solidFill>
            <a:srgbClr val="13110B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176272"/>
            <a:ext cx="5961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원문 — 그대로 복사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42416" y="2487168"/>
            <a:ext cx="5961888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실행 절차를 Skill 로 등록하고 싶어.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.claude/skills/run-pipeline/SKILL.md 를 만들어줘.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frontmatter: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description 은 "센서 관측 CSV의 전처리→분석→산출물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생성을 한 번에 실행한다. 사용자가 파이프라인 실행,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분석 재실행, 새 데이터로 재생산을 요청할 때 사용한다."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argument-hint 는 "[입력 CSV] [출력 폴더]"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allowed-tools 에 Bash(uv run *) 를 넣어줘.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본문 절차: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$0 = 입력 CSV, $1 = 출력 폴더 (없으면 사용자에게 질문)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uv run python run_pipeline.py --input $0 --output $1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파일 6종 생성 확인, 빠지면 원인과 함께 보고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CLAUDE.md 분석 규칙 준수 여부 한 줄 보고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다 만들면 SKILL.md 전체 내용을 보여줘.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34072" y="2011680"/>
            <a:ext cx="3931920" cy="4114800"/>
          </a:xfrm>
          <a:prstGeom prst="rect">
            <a:avLst/>
          </a:prstGeom>
          <a:solidFill>
            <a:srgbClr val="13110B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53528" y="217627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결과 예시 — SKILL.md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653528" y="2487168"/>
            <a:ext cx="3493008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---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description: 센서 관측 CSV의 전처리→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분석→산출물 생성을 한 번에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실행한다. ...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argument-hint: "[입력 CSV] [출력 폴더]"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allowed-tools: Bash(uv run *)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---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 run-pipeline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$0 = 입력 CSV, $1 = 출력 폴더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(없으면 사용자에게 질문)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uv run python run_pipeline.py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--input $0 --output $1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산출물 6종 생성 확인 후 보고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CLAUDE.md 규칙 준수 한 줄 보고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· 확인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267966" y="603504"/>
            <a:ext cx="7378954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65792" y="457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/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폴더를 새로 만들었을 때만 재시작이 필요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있는 .claude/skills/ 안의 수정은 세션 중에 바로 반영됨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5교시 · 워크플로우 자산화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2057400"/>
            <a:ext cx="3310128" cy="15544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2219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4-1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09344" y="222199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— 즉시 반영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42416" y="2569464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(별도 조작 없음)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42416" y="2898648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폴더의 변경은 감시되어 세션 중에 바로 반영됨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39412" y="2057400"/>
            <a:ext cx="3310128" cy="15544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8868" y="22219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4-2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25796" y="222199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예외 — 재시작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58868" y="2569464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  →  claude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58868" y="2898648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.claude/skills/ 폴더가 이번에 처음 생겼으므로 한 번 필요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55864" y="2057400"/>
            <a:ext cx="3310128" cy="15544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22219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4-3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42248" y="222199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 확인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75320" y="2569464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/skills   또는   /  →  run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75320" y="2898648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슬래시 한 글자를 치면 목록이 뜸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" y="3840480"/>
            <a:ext cx="10543032" cy="11887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398678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화면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2416" y="4297680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목록에 /run-pipeline 이 보이면 등록 완료. 아직 Enter 는 누르지 말고 Esc 로 목록을 닫음 — 실제 실행은 STEP 5 에서 진행.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22960" y="5257800"/>
            <a:ext cx="10543032" cy="8229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540410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보일 때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42416" y="5669280"/>
            <a:ext cx="10104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경로와 파일명(대문자 SKILL.md)을 먼저 확인한 뒤 종료했다가 다시 실행. 그래도 없으면 위치와 frontmatter 를 점검해 달라고 요청.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짚고 넘어가기 ③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337816" y="603504"/>
            <a:ext cx="7309104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65792" y="457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직후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커스텀 슬래시 커맨드는 Skill 로 통합됨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.claude/commands/ 파일도 그대로 동작 — 같은 이름이면 Skill 이 우선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5교시 · 워크플로우 자산화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03120"/>
          <a:ext cx="1054303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432511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.claude/commands/*.md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.claude/skills/&lt;이름&gt;/SKILL.md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DF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방법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/파일이름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/폴더이름 — 동작은 동일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DF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상태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계속 동작함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작성 시 권장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DF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추가로 되는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텍스트 프롬프트 중심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스크립트·참고 파일 동봉 + 자동 발동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822960" y="411480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SKILL.md 에서 더 쓸 수 있는 것 — 오늘은 안 써도 되지만 알아 둘 것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4480560"/>
            <a:ext cx="5148072" cy="65836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453542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allowed-tools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42416" y="480974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없이 쓸 도구를 미리 지정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17920" y="4480560"/>
            <a:ext cx="5148072" cy="65836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37376" y="453542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disable-model-invocation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37376" y="480974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발동을 끄고 수동 호출 전용으로 고정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22960" y="5257800"/>
            <a:ext cx="5148072" cy="65836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42416" y="531266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context: fork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42416" y="558698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컨텍스트에서 실행해 본 대화를 어지럽히지 않음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217920" y="5257800"/>
            <a:ext cx="5148072" cy="65836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37376" y="531266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!`명령`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37376" y="558698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실행 결과를 프롬프트에 미리 끼워 넣음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· 재생산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433066" y="603504"/>
            <a:ext cx="7213854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65792" y="457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/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코드는 그대로, 데이터 경로만 바꿔 한 줄 실행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여름 데이터는 같은 형식에 다른 값 — 새 배치나 추가 데이터가 들어온 상황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5교시 · 워크플로우 자산화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2011680"/>
            <a:ext cx="10543032" cy="1051560"/>
          </a:xfrm>
          <a:prstGeom prst="rect">
            <a:avLst/>
          </a:prstGeom>
          <a:solidFill>
            <a:srgbClr val="13110B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176272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— 그대로 복사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42416" y="2487168"/>
            <a:ext cx="10104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/run-pipeline data/sensor_data_summer.csv results/summer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337560"/>
            <a:ext cx="3090672" cy="12801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337560"/>
            <a:ext cx="3090672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474720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 절차 실행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9264" y="3840480"/>
            <a:ext cx="2798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SKILL.md 에 적힌 순서대로 파이프라인이 실행됨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913632" y="3337560"/>
            <a:ext cx="64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53712" y="3337560"/>
            <a:ext cx="3090672" cy="12801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53712" y="3337560"/>
            <a:ext cx="3090672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0016" y="3474720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6종 생성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0016" y="3840480"/>
            <a:ext cx="2798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results/summer 아래에 같은 이름의 파일 6개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644384" y="3337560"/>
            <a:ext cx="64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284464" y="3337560"/>
            <a:ext cx="3090672" cy="12801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84464" y="3337560"/>
            <a:ext cx="3090672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30768" y="3474720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30768" y="3840480"/>
            <a:ext cx="2798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“6종 생성 완료 + 규칙 준수” 한 줄 보고까지 자동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2960" y="4892040"/>
            <a:ext cx="10543032" cy="8229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2416" y="503834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42416" y="5303520"/>
            <a:ext cx="10104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코드를 한 글자도 고치지 않았다는 점을 확인. 바뀐 것은 명령에 넣은 경로 두 개뿐.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· 판정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267966" y="603504"/>
            <a:ext cx="7378954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65792" y="457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/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항목이 모두 통과하면 자산화 성공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판정도 직접 세지 말고 비교 검증까지 요청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5교시 · 워크플로우 자산화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054303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79983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 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합격 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DF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 파일 목록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규칙에 정한 파일명 6종 그대로, 지정한 폴더에만 생성 (spring · summer 동일 구성)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DF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 수치 갱신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평균기온·기간·이상치 제거·결측 대체 건수가 여름 기준으로 달라짐 (봄과 같으면 실패 신호)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DF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  무중단 완주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수정이나 추가 지시 없이 명령 한 번으로 오류 없이 완료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22960" y="4526280"/>
            <a:ext cx="7040880" cy="1463040"/>
          </a:xfrm>
          <a:prstGeom prst="rect">
            <a:avLst/>
          </a:prstGeom>
          <a:solidFill>
            <a:srgbClr val="13110B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2416" y="4690872"/>
            <a:ext cx="6601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프롬프트 — 그대로 복사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42416" y="5001768"/>
            <a:ext cx="66019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results/spring 과 results/summer 를 비교해 다음 3가지를 검증하고 표로 보고해줘.</a:t>
            </a:r>
            <a:endParaRPr lang="en-US" sz="10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[파일 목록] 6종 파일명 그대로 동일 구성인지</a:t>
            </a:r>
            <a:endParaRPr lang="en-US" sz="10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[수치 갱신] 평균기온·기간·이상치 제거·결측 대체 건수가 여름 기준으로 달라졌는지</a:t>
            </a:r>
            <a:endParaRPr lang="en-US" sz="10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[무중단 완주] 중간 오류·수정 없이 한 번에 완료됐는지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074152" y="4526280"/>
            <a:ext cx="3291840" cy="14630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93608" y="4672584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눈으로 확인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293608" y="4983480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results\summer\fig_daily_temp.png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20℃대 중반에서 30℃ 부근까지 올랐다가 내려오는 여름 흐름이면 갱신 완료.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· 확장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267966" y="603504"/>
            <a:ext cx="7378954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65792" y="457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/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슬래시 없이 요청해도 Skill 이 발동함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'데이터만 바꿔도 도는' 상태의 실체는 파라미터화 한 가지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5교시 · 워크플로우 자산화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2011680"/>
            <a:ext cx="5148072" cy="1371600"/>
          </a:xfrm>
          <a:prstGeom prst="rect">
            <a:avLst/>
          </a:prstGeom>
          <a:solidFill>
            <a:srgbClr val="13110B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1762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— 그대로 복사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42416" y="2487168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여름 센서 데이터로 파이프라인을 한 번 더</a:t>
            </a:r>
            <a:endParaRPr lang="en-US" sz="11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실행해줘. 출력 폴더는 results/summer_v2 로.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520440"/>
            <a:ext cx="5148072" cy="14173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3666744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동작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2416" y="397764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이 요청과 맞으면 run-pipeline Skill 을 스스로 꺼내 씀 → summer_v2 에 6종 생성. 일반 대화로 처리되는 경우도 있으며 오답은 아님.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011680"/>
            <a:ext cx="5148072" cy="29260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7376" y="21762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'데이터만 바꿔도'의 실체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37376" y="254203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2523744"/>
            <a:ext cx="4288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스크립트는 경로가 코드에 박혀 있어, 새 데이터마다 세 곳을 고쳐야 했음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37376" y="31089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3090672"/>
            <a:ext cx="4288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경로를 인자로 꺼냈을 뿐 — 코드는 그대로, 바뀌는 것은 인자뿐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37376" y="367588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0" y="3657600"/>
            <a:ext cx="4288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절반은 기준을 CLAUDE.md·SKILL.md 라는 읽을 수 있는 파일로 남긴 것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37376" y="4242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4224528"/>
            <a:ext cx="4288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도달점 — 논문 Methods 에 '전처리 기준이 파일로 관리된다'고 쓸 수 있는 상태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" y="5166360"/>
            <a:ext cx="10543032" cy="7772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2416" y="531266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42416" y="5577840"/>
            <a:ext cx="10104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재현성이 중요한 실행은 /run-pipeline 명시 호출을 기본으로 함. 아예 고정하려면 frontmatter 에 disable-model-invocation: true 를 넣어 수동 호출 전용으로 만듦.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문제 해결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255266" y="603504"/>
            <a:ext cx="9110726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나는 오류 4종과 대처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원인이 정해져 있어, 오류 전문을 붙여 넣고 정해진 문장으로 요청하면 해결됨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5교시 · 워크플로우 자산화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054303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651760"/>
                <a:gridCol w="505663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 목록에 run-pipeline 없음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skills 폴더가 세션 도중 생성됨 / 경로·파일명 오타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경로와 대문자 SKILL.md 확인 → exit 후 claude 재실행 → “위치와 frontmatter 점검해 고쳐줘”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ModuleNotFoundError: duckdb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uv 환경 밖에서 실행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전문을 붙여 넣고 “해결해줘. 실행은 반드시 uv run 으로” — 예방은 STEP 0 의 uv sync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그림의 한글이 □□□ 로 나옴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matplotlib 기본 폰트에 한글 없음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“CLAUDE.md 그림 규칙(Malgun Gothic)을 적용해 그림을 다시 생성해줘”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CSV UnicodeDecodeError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Windows 인코딩 불일치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전문을 붙여 넣고 “입력 파일을 UTF-8 로 읽도록 수정해줘”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22960" y="5486400"/>
            <a:ext cx="10543032" cy="7315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42416" y="563270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원칙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42416" y="5897880"/>
            <a:ext cx="10104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오류가 나면 화면의 오류 메시지 전문을 그대로 붙여 넣는 것이 가장 빠름. 요약해서 설명하지 않아도 됨.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정리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855216" y="603504"/>
            <a:ext cx="9510776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폴더에 남은 파일 4종이 오늘의 자산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폴더를 통째로 복사하거나 Git 으로 공유하면 그대로 연구실 자산이 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5교시 · 워크플로우 자산화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2057400"/>
            <a:ext cx="5148072" cy="13716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220370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run_pipeline.py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42416" y="253288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 → 분석 → 산출물 실행체. 입력과 출력은 인자로 받음.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42416" y="302666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코드는 그대로, 데이터만 바꿈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057400"/>
            <a:ext cx="5148072" cy="13716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220370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37376" y="253288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세션을 시작할 때마다 자동으로 읽히는 프로젝트 규칙.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37376" y="302666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규칙은 CLAUDE.md 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3657600"/>
            <a:ext cx="5148072" cy="13716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380390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42416" y="413308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절차. /run-pipeline 호출과 자연어 자동 발동 모두 지원.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42416" y="462686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절차는 Skill 로, 호출은 /이름 으로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657600"/>
            <a:ext cx="5148072" cy="13716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37376" y="380390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results/spring · summer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37376" y="413308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2종으로 재생산된 산출물 6종 세트.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37376" y="462686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절차, 다른 데이터, 갱신된 결과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" y="5349240"/>
            <a:ext cx="10543032" cy="7772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549554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2416" y="5760720"/>
            <a:ext cx="10104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팀이면 .claude/ 를 저장소에 커밋하는 것이 기본. 여러 연구실에 배포할 때는 플러그인으로 묶어 마켓플레이스(깃 저장소)로 배포함.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마무리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020316" y="603504"/>
            <a:ext cx="9345676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체크리스트 3항으로 마무리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항목이 모두 통과하면 오늘 만든 것이 재현 가능한 자산임을 스스로 확인한 것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5교시 · 워크플로우 자산화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2057400"/>
            <a:ext cx="10543032" cy="8229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057400"/>
            <a:ext cx="54864" cy="82296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1854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00200" y="21854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목록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600200" y="2496312"/>
            <a:ext cx="9491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규칙에 정한 산출물 6종이 파일명 그대로, 지정한 폴더에만 생성되었음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017520"/>
            <a:ext cx="10543032" cy="8229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017520"/>
            <a:ext cx="54864" cy="82296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00200" y="31455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갱신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600200" y="3456432"/>
            <a:ext cx="9491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표·그림·보고서의 수치가 새 데이터 기준으로 실제로 달라졌음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3977640"/>
            <a:ext cx="10543032" cy="8229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977640"/>
            <a:ext cx="54864" cy="82296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1056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00200" y="4105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무중단 완주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600200" y="4416552"/>
            <a:ext cx="9491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수정 없이 명령 한 번으로 처음부터 끝까지 오류 없이 완료되었음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2960" y="5074920"/>
            <a:ext cx="10543032" cy="8229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2416" y="522122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교시 예고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42416" y="5486400"/>
            <a:ext cx="10104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자산화한 작업을 외부 도구·서비스와 연결하는 통로 — MCP. (SKILL.md 는 개방 표준이라 다른 AI 코딩 도구에서도 그대로 쓸 수 있음)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강사자료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287016" y="603504"/>
            <a:ext cx="9078976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질문과 시간 조절 기준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내용은 배포 유인물과 강사 노트에 수록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5교시 · 워크플로우 자산화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687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2057400"/>
            <a:ext cx="5148072" cy="15087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222199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질문 6종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42416" y="2560320"/>
            <a:ext cx="4709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커맨드와 Skill 의 차이 · CLAUDE.md 와 SKILL.md 구분 · 코드가 달라도 재현성이 성립하는가 · 스키마 변경 시 대응 · 동료 공유 방법 · 자동 발동의 신뢰도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2057400"/>
            <a:ext cx="5148072" cy="15087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222199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초과 시 생략 순서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37376" y="2560320"/>
            <a:ext cx="4709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STEP 5 자동 발동 → ② 짚고 넘어가기 ②·③ → ③ STEP 1 → ④ STEP 3 후반 점검. STEP 0 안전장치는 생략하지 않음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794760"/>
            <a:ext cx="5148072" cy="15087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39593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파일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42416" y="4297680"/>
            <a:ext cx="4709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lesson5_starter.zip — 데이터 2종 + 스크립트 3종 + 환경 파일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3794760"/>
            <a:ext cx="5148072" cy="15087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7376" y="39593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최신성 확인 (2026-08-19)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37376" y="4297680"/>
            <a:ext cx="4709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커스텀 커맨드는 Skill 로 통합(기존 파일 호환) · 스킬 폴더 변경은 세션 중 즉시 반영 · 2026-08-14 부터 자동 모드가 기본 권한 모드 · DuckDB + Parquet 유효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5532120"/>
            <a:ext cx="10543032" cy="7315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2416" y="567842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42416" y="5943600"/>
            <a:ext cx="10104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는 갱신 주기가 짧으므로, 강의 직전 공식 문서(code.claude.com/docs)에서 권한 모드와 Skill 사양을 한 번 확인할 것.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2026-08-18T16:17:58Z</dcterms:created>
  <dcterms:modified xsi:type="dcterms:W3CDTF">2026-08-18T16:17:58Z</dcterms:modified>
</cp:coreProperties>
</file>